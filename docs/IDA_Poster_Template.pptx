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51206400" cy="32918400"/>
  <p:notesSz cx="6858000" cy="9144000"/>
  <p:defaultTextStyle>
    <a:defPPr>
      <a:defRPr lang="en-US"/>
    </a:defPPr>
    <a:lvl1pPr marL="0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19" autoAdjust="0"/>
  </p:normalViewPr>
  <p:slideViewPr>
    <p:cSldViewPr snapToGrid="0">
      <p:cViewPr>
        <p:scale>
          <a:sx n="20" d="100"/>
          <a:sy n="20" d="100"/>
        </p:scale>
        <p:origin x="-72" y="-72"/>
      </p:cViewPr>
      <p:guideLst>
        <p:guide orient="horz" pos="10368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685800"/>
            <a:ext cx="5334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58560" y="236486"/>
            <a:ext cx="42689287" cy="2507457"/>
          </a:xfrm>
        </p:spPr>
        <p:txBody>
          <a:bodyPr/>
          <a:lstStyle>
            <a:lvl1pPr marL="0" indent="0">
              <a:buNone/>
              <a:defRPr sz="13400" baseline="0"/>
            </a:lvl1pPr>
          </a:lstStyle>
          <a:p>
            <a:pPr algn="ctr"/>
            <a:r>
              <a:rPr lang="en-US" sz="6200" dirty="0" smtClean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This is a Scientific Poster Template created by </a:t>
            </a:r>
            <a:r>
              <a:rPr lang="en-US" sz="6200" dirty="0" err="1" smtClean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Graphicsland</a:t>
            </a:r>
            <a:r>
              <a:rPr lang="en-US" sz="6200" dirty="0" smtClean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 &amp; MakeSigns.com</a:t>
            </a:r>
            <a:br>
              <a:rPr lang="en-US" sz="6200" dirty="0" smtClean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</a:br>
            <a:r>
              <a:rPr lang="en-US" sz="6200" dirty="0" smtClean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Your poster title would go on these lines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258560" y="2553605"/>
            <a:ext cx="42689287" cy="2224088"/>
          </a:xfrm>
        </p:spPr>
        <p:txBody>
          <a:bodyPr/>
          <a:lstStyle>
            <a:lvl1pPr marL="0" indent="0">
              <a:buNone/>
              <a:defRPr sz="13400"/>
            </a:lvl1pPr>
          </a:lstStyle>
          <a:p>
            <a:pPr algn="ctr"/>
            <a:r>
              <a:rPr lang="en-US" sz="5000" dirty="0" smtClean="0"/>
              <a:t>Author names go here. You can add subscript numbers to assign a university. </a:t>
            </a:r>
            <a:br>
              <a:rPr lang="en-US" sz="5000" dirty="0" smtClean="0"/>
            </a:br>
            <a:r>
              <a:rPr lang="en-US" sz="5000" dirty="0" smtClean="0"/>
              <a:t>University names or departments go here. 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43325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4" y="21153123"/>
            <a:ext cx="4352544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54" y="13952228"/>
            <a:ext cx="43525440" cy="7200897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4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18935" y="24582125"/>
            <a:ext cx="82525867" cy="69517263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98245" y="24582125"/>
            <a:ext cx="82525874" cy="69517263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6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0" y="1318263"/>
            <a:ext cx="4608576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3" y="7368546"/>
            <a:ext cx="22625054" cy="3070857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3" y="10439403"/>
            <a:ext cx="22625054" cy="18966183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12144" y="7368546"/>
            <a:ext cx="22633940" cy="3070857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144" y="10439403"/>
            <a:ext cx="22633940" cy="18966183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2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8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5" y="1310640"/>
            <a:ext cx="16846554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0280" y="1310644"/>
            <a:ext cx="28625800" cy="28094943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5" y="6888484"/>
            <a:ext cx="16846554" cy="22517103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6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814" y="23042883"/>
            <a:ext cx="30723840" cy="2720343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36814" y="2941320"/>
            <a:ext cx="3072384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36814" y="25763226"/>
            <a:ext cx="30723840" cy="3863337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7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652263" y="4221485"/>
            <a:ext cx="41471854" cy="898779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18939" y="4221485"/>
            <a:ext cx="123579887" cy="898779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0320" y="1318263"/>
            <a:ext cx="46085760" cy="5486400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0" y="7680965"/>
            <a:ext cx="46085760" cy="21724623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0" y="30510483"/>
            <a:ext cx="11948160" cy="1752600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7F76D-A730-4432-85DE-CA47D32BB251}" type="datetimeFigureOut">
              <a:rPr lang="en-US" smtClean="0"/>
              <a:t>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95520" y="30510483"/>
            <a:ext cx="16215360" cy="1752600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97920" y="30510483"/>
            <a:ext cx="11948160" cy="1752600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2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028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4389028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4389028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4389028" rtl="0" eaLnBrk="1" latinLnBrk="0" hangingPunct="1">
        <a:spcBef>
          <a:spcPct val="20000"/>
        </a:spcBef>
        <a:buFont typeface="Arial" pitchFamily="34" charset="0"/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4389028" rtl="0" eaLnBrk="1" latinLnBrk="0" hangingPunct="1">
        <a:spcBef>
          <a:spcPct val="20000"/>
        </a:spcBef>
        <a:buFont typeface="Arial" pitchFamily="34" charset="0"/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-2" y="5512338"/>
            <a:ext cx="51206401" cy="701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38" name="Rectangle 37"/>
          <p:cNvSpPr/>
          <p:nvPr/>
        </p:nvSpPr>
        <p:spPr>
          <a:xfrm>
            <a:off x="-1" y="32609386"/>
            <a:ext cx="51206401" cy="3090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40969" y="352940"/>
            <a:ext cx="40975102" cy="183965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  <a:cs typeface="Arial" pitchFamily="34" charset="0"/>
              </a:rPr>
              <a:t>Poster Title: The Poster Title goes here…..</a:t>
            </a:r>
            <a:endParaRPr lang="en-US" sz="7200" b="1" dirty="0">
              <a:solidFill>
                <a:schemeClr val="accent2">
                  <a:lumMod val="75000"/>
                </a:schemeClr>
              </a:solidFill>
              <a:effectLst/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82" name="Text Placeholder 41"/>
          <p:cNvSpPr>
            <a:spLocks noGrp="1"/>
          </p:cNvSpPr>
          <p:nvPr>
            <p:ph type="body" sz="quarter" idx="11"/>
          </p:nvPr>
        </p:nvSpPr>
        <p:spPr>
          <a:xfrm>
            <a:off x="13395710" y="2021307"/>
            <a:ext cx="25483232" cy="3491033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5400" b="1" dirty="0" smtClean="0"/>
              <a:t>Your Name</a:t>
            </a:r>
          </a:p>
          <a:p>
            <a:pPr algn="ctr"/>
            <a:r>
              <a:rPr lang="en-US" sz="5400" dirty="0" smtClean="0"/>
              <a:t>Adviser: xxx</a:t>
            </a:r>
          </a:p>
          <a:p>
            <a:pPr algn="ctr"/>
            <a:r>
              <a:rPr lang="en-US" sz="5400" dirty="0" smtClean="0"/>
              <a:t>Department of Engineering Management, Information, and Systems</a:t>
            </a:r>
          </a:p>
          <a:p>
            <a:pPr algn="ctr"/>
            <a:r>
              <a:rPr lang="en-US" sz="5400" dirty="0" smtClean="0"/>
              <a:t>Southern Methodist University, Dallas, Texas, USA.</a:t>
            </a:r>
            <a:endParaRPr lang="en-US" sz="5400" dirty="0"/>
          </a:p>
        </p:txBody>
      </p:sp>
      <p:sp>
        <p:nvSpPr>
          <p:cNvPr id="35" name="TextBox 34"/>
          <p:cNvSpPr txBox="1"/>
          <p:nvPr/>
        </p:nvSpPr>
        <p:spPr>
          <a:xfrm>
            <a:off x="25784102" y="6422916"/>
            <a:ext cx="11666443" cy="646331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Results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5825014" y="6963706"/>
            <a:ext cx="11244322" cy="822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45" name="TextBox 44"/>
          <p:cNvSpPr txBox="1"/>
          <p:nvPr/>
        </p:nvSpPr>
        <p:spPr>
          <a:xfrm>
            <a:off x="38775250" y="6422916"/>
            <a:ext cx="11666443" cy="646331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Conclusion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8816162" y="6963706"/>
            <a:ext cx="11244322" cy="822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48" name="TextBox 47"/>
          <p:cNvSpPr txBox="1"/>
          <p:nvPr/>
        </p:nvSpPr>
        <p:spPr>
          <a:xfrm>
            <a:off x="153099" y="6422916"/>
            <a:ext cx="11666443" cy="646331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Abstract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94012" y="6963706"/>
            <a:ext cx="11244322" cy="822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51" name="TextBox 50"/>
          <p:cNvSpPr txBox="1"/>
          <p:nvPr/>
        </p:nvSpPr>
        <p:spPr>
          <a:xfrm>
            <a:off x="12999070" y="6422916"/>
            <a:ext cx="11666443" cy="646331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Materials &amp; Methods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3039981" y="6963706"/>
            <a:ext cx="11244322" cy="822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59" name="TextBox 58"/>
          <p:cNvSpPr txBox="1"/>
          <p:nvPr/>
        </p:nvSpPr>
        <p:spPr>
          <a:xfrm>
            <a:off x="228320" y="14462664"/>
            <a:ext cx="11666443" cy="646331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Introduction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69232" y="15003454"/>
            <a:ext cx="11244322" cy="822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62" name="TextBox 61"/>
          <p:cNvSpPr txBox="1"/>
          <p:nvPr/>
        </p:nvSpPr>
        <p:spPr>
          <a:xfrm>
            <a:off x="13036262" y="23997960"/>
            <a:ext cx="11666443" cy="646331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Discussion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3077174" y="24538750"/>
            <a:ext cx="11244322" cy="822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39" name="TextBox 38"/>
          <p:cNvSpPr txBox="1"/>
          <p:nvPr/>
        </p:nvSpPr>
        <p:spPr>
          <a:xfrm>
            <a:off x="237067" y="7141133"/>
            <a:ext cx="1185333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</a:t>
            </a:r>
          </a:p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endParaRPr lang="en-US" sz="6000" b="1" dirty="0" smtClean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endParaRPr lang="en-US" sz="60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sz="6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Print this poster: </a:t>
            </a:r>
          </a:p>
          <a:p>
            <a:pPr algn="ctr"/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36x56 (Standard), </a:t>
            </a:r>
            <a:r>
              <a:rPr lang="en-US" sz="6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/>
            </a:r>
            <a:br>
              <a:rPr lang="en-US" sz="6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</a:br>
            <a:r>
              <a:rPr lang="en-US" sz="6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42x65.3</a:t>
            </a:r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, </a:t>
            </a:r>
            <a:r>
              <a:rPr lang="en-US" sz="6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48x74.6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067" y="15108993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07817" y="8035839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043716" y="24690456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936456" y="7141133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783997" y="7141133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975411" y="16480421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975409" y="20303024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975409" y="22398053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43717" y="7251011"/>
            <a:ext cx="9252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Methods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3043716" y="16662800"/>
            <a:ext cx="9252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Participants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9084367" y="15678509"/>
            <a:ext cx="9252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Limitations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9084367" y="19518196"/>
            <a:ext cx="9252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Acknowledgements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9084367" y="21658844"/>
            <a:ext cx="9252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Contact Information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3007816" y="17445501"/>
            <a:ext cx="118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pic>
        <p:nvPicPr>
          <p:cNvPr id="1028" name="Picture 4" descr="Peruna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32" y="2695074"/>
            <a:ext cx="16370083" cy="233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 Placeholder 4"/>
          <p:cNvSpPr txBox="1">
            <a:spLocks/>
          </p:cNvSpPr>
          <p:nvPr/>
        </p:nvSpPr>
        <p:spPr>
          <a:xfrm>
            <a:off x="34525647" y="3346165"/>
            <a:ext cx="15871053" cy="441444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000"/>
              </a:lnSpc>
            </a:pPr>
            <a:r>
              <a:rPr lang="en-US" sz="15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Malgun Gothic" pitchFamily="34" charset="-127"/>
                <a:cs typeface="Arial" pitchFamily="34" charset="0"/>
              </a:rPr>
              <a:t>IDA@SMU</a:t>
            </a:r>
            <a:endParaRPr lang="en-US" sz="124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ea typeface="Malgun Gothic" pitchFamily="34" charset="-127"/>
              <a:cs typeface="Arial" pitchFamily="34" charset="0"/>
            </a:endParaRPr>
          </a:p>
          <a:p>
            <a:pPr algn="ctr">
              <a:lnSpc>
                <a:spcPts val="6000"/>
              </a:lnSpc>
            </a:pPr>
            <a:r>
              <a:rPr lang="en-US" sz="54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Malgun Gothic" pitchFamily="34" charset="-127"/>
                <a:cs typeface="Arial" pitchFamily="34" charset="0"/>
              </a:rPr>
              <a:t>Intelligent Data Analysis Lab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ea typeface="Malgun Gothic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91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4083</TotalTime>
  <Words>119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Michael</cp:lastModifiedBy>
  <cp:revision>17</cp:revision>
  <dcterms:created xsi:type="dcterms:W3CDTF">2013-02-18T18:40:33Z</dcterms:created>
  <dcterms:modified xsi:type="dcterms:W3CDTF">2015-02-16T18:23:27Z</dcterms:modified>
  <cp:category>research posters template</cp:category>
</cp:coreProperties>
</file>