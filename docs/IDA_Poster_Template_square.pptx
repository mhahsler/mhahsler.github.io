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9" r:id="rId2"/>
  </p:sldIdLst>
  <p:sldSz cx="40233600" cy="40233600"/>
  <p:notesSz cx="6858000" cy="9144000"/>
  <p:defaultTextStyle>
    <a:defPPr>
      <a:defRPr lang="en-US"/>
    </a:defPPr>
    <a:lvl1pPr marL="0" algn="l" defTabSz="4198105" rtl="0" eaLnBrk="1" latinLnBrk="0" hangingPunct="1">
      <a:defRPr sz="8300" kern="1200">
        <a:solidFill>
          <a:schemeClr val="tx1"/>
        </a:solidFill>
        <a:latin typeface="+mn-lt"/>
        <a:ea typeface="+mn-ea"/>
        <a:cs typeface="+mn-cs"/>
      </a:defRPr>
    </a:lvl1pPr>
    <a:lvl2pPr marL="2099053" algn="l" defTabSz="4198105" rtl="0" eaLnBrk="1" latinLnBrk="0" hangingPunct="1">
      <a:defRPr sz="8300" kern="1200">
        <a:solidFill>
          <a:schemeClr val="tx1"/>
        </a:solidFill>
        <a:latin typeface="+mn-lt"/>
        <a:ea typeface="+mn-ea"/>
        <a:cs typeface="+mn-cs"/>
      </a:defRPr>
    </a:lvl2pPr>
    <a:lvl3pPr marL="4198105" algn="l" defTabSz="4198105" rtl="0" eaLnBrk="1" latinLnBrk="0" hangingPunct="1">
      <a:defRPr sz="8300" kern="1200">
        <a:solidFill>
          <a:schemeClr val="tx1"/>
        </a:solidFill>
        <a:latin typeface="+mn-lt"/>
        <a:ea typeface="+mn-ea"/>
        <a:cs typeface="+mn-cs"/>
      </a:defRPr>
    </a:lvl3pPr>
    <a:lvl4pPr marL="6297159" algn="l" defTabSz="4198105" rtl="0" eaLnBrk="1" latinLnBrk="0" hangingPunct="1">
      <a:defRPr sz="8300" kern="1200">
        <a:solidFill>
          <a:schemeClr val="tx1"/>
        </a:solidFill>
        <a:latin typeface="+mn-lt"/>
        <a:ea typeface="+mn-ea"/>
        <a:cs typeface="+mn-cs"/>
      </a:defRPr>
    </a:lvl4pPr>
    <a:lvl5pPr marL="8396212" algn="l" defTabSz="4198105" rtl="0" eaLnBrk="1" latinLnBrk="0" hangingPunct="1">
      <a:defRPr sz="8300" kern="1200">
        <a:solidFill>
          <a:schemeClr val="tx1"/>
        </a:solidFill>
        <a:latin typeface="+mn-lt"/>
        <a:ea typeface="+mn-ea"/>
        <a:cs typeface="+mn-cs"/>
      </a:defRPr>
    </a:lvl5pPr>
    <a:lvl6pPr marL="10495264" algn="l" defTabSz="4198105" rtl="0" eaLnBrk="1" latinLnBrk="0" hangingPunct="1">
      <a:defRPr sz="8300" kern="1200">
        <a:solidFill>
          <a:schemeClr val="tx1"/>
        </a:solidFill>
        <a:latin typeface="+mn-lt"/>
        <a:ea typeface="+mn-ea"/>
        <a:cs typeface="+mn-cs"/>
      </a:defRPr>
    </a:lvl6pPr>
    <a:lvl7pPr marL="12594317" algn="l" defTabSz="4198105" rtl="0" eaLnBrk="1" latinLnBrk="0" hangingPunct="1">
      <a:defRPr sz="8300" kern="1200">
        <a:solidFill>
          <a:schemeClr val="tx1"/>
        </a:solidFill>
        <a:latin typeface="+mn-lt"/>
        <a:ea typeface="+mn-ea"/>
        <a:cs typeface="+mn-cs"/>
      </a:defRPr>
    </a:lvl7pPr>
    <a:lvl8pPr marL="14693369" algn="l" defTabSz="4198105" rtl="0" eaLnBrk="1" latinLnBrk="0" hangingPunct="1">
      <a:defRPr sz="8300" kern="1200">
        <a:solidFill>
          <a:schemeClr val="tx1"/>
        </a:solidFill>
        <a:latin typeface="+mn-lt"/>
        <a:ea typeface="+mn-ea"/>
        <a:cs typeface="+mn-cs"/>
      </a:defRPr>
    </a:lvl8pPr>
    <a:lvl9pPr marL="16792424" algn="l" defTabSz="4198105" rtl="0" eaLnBrk="1" latinLnBrk="0" hangingPunct="1">
      <a:defRPr sz="83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2672">
          <p15:clr>
            <a:srgbClr val="A4A3A4"/>
          </p15:clr>
        </p15:guide>
        <p15:guide id="2" pos="12672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3519" autoAdjust="0"/>
  </p:normalViewPr>
  <p:slideViewPr>
    <p:cSldViewPr snapToGrid="0">
      <p:cViewPr varScale="1">
        <p:scale>
          <a:sx n="26" d="100"/>
          <a:sy n="26" d="100"/>
        </p:scale>
        <p:origin x="3164" y="80"/>
      </p:cViewPr>
      <p:guideLst>
        <p:guide orient="horz" pos="12672"/>
        <p:guide pos="1267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0E8FA9-8B5F-4493-A208-FBBD06A1EBF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714500" y="685800"/>
            <a:ext cx="3429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D15AFD9-35F1-4A8D-8AD3-EDB9481761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53156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198105" rtl="0" eaLnBrk="1" latinLnBrk="0" hangingPunct="1">
      <a:defRPr sz="5500" kern="1200">
        <a:solidFill>
          <a:schemeClr val="tx1"/>
        </a:solidFill>
        <a:latin typeface="+mn-lt"/>
        <a:ea typeface="+mn-ea"/>
        <a:cs typeface="+mn-cs"/>
      </a:defRPr>
    </a:lvl1pPr>
    <a:lvl2pPr marL="2099053" algn="l" defTabSz="4198105" rtl="0" eaLnBrk="1" latinLnBrk="0" hangingPunct="1">
      <a:defRPr sz="5500" kern="1200">
        <a:solidFill>
          <a:schemeClr val="tx1"/>
        </a:solidFill>
        <a:latin typeface="+mn-lt"/>
        <a:ea typeface="+mn-ea"/>
        <a:cs typeface="+mn-cs"/>
      </a:defRPr>
    </a:lvl2pPr>
    <a:lvl3pPr marL="4198105" algn="l" defTabSz="4198105" rtl="0" eaLnBrk="1" latinLnBrk="0" hangingPunct="1">
      <a:defRPr sz="5500" kern="1200">
        <a:solidFill>
          <a:schemeClr val="tx1"/>
        </a:solidFill>
        <a:latin typeface="+mn-lt"/>
        <a:ea typeface="+mn-ea"/>
        <a:cs typeface="+mn-cs"/>
      </a:defRPr>
    </a:lvl3pPr>
    <a:lvl4pPr marL="6297159" algn="l" defTabSz="4198105" rtl="0" eaLnBrk="1" latinLnBrk="0" hangingPunct="1">
      <a:defRPr sz="5500" kern="1200">
        <a:solidFill>
          <a:schemeClr val="tx1"/>
        </a:solidFill>
        <a:latin typeface="+mn-lt"/>
        <a:ea typeface="+mn-ea"/>
        <a:cs typeface="+mn-cs"/>
      </a:defRPr>
    </a:lvl4pPr>
    <a:lvl5pPr marL="8396212" algn="l" defTabSz="4198105" rtl="0" eaLnBrk="1" latinLnBrk="0" hangingPunct="1">
      <a:defRPr sz="5500" kern="1200">
        <a:solidFill>
          <a:schemeClr val="tx1"/>
        </a:solidFill>
        <a:latin typeface="+mn-lt"/>
        <a:ea typeface="+mn-ea"/>
        <a:cs typeface="+mn-cs"/>
      </a:defRPr>
    </a:lvl5pPr>
    <a:lvl6pPr marL="10495264" algn="l" defTabSz="4198105" rtl="0" eaLnBrk="1" latinLnBrk="0" hangingPunct="1">
      <a:defRPr sz="5500" kern="1200">
        <a:solidFill>
          <a:schemeClr val="tx1"/>
        </a:solidFill>
        <a:latin typeface="+mn-lt"/>
        <a:ea typeface="+mn-ea"/>
        <a:cs typeface="+mn-cs"/>
      </a:defRPr>
    </a:lvl6pPr>
    <a:lvl7pPr marL="12594317" algn="l" defTabSz="4198105" rtl="0" eaLnBrk="1" latinLnBrk="0" hangingPunct="1">
      <a:defRPr sz="5500" kern="1200">
        <a:solidFill>
          <a:schemeClr val="tx1"/>
        </a:solidFill>
        <a:latin typeface="+mn-lt"/>
        <a:ea typeface="+mn-ea"/>
        <a:cs typeface="+mn-cs"/>
      </a:defRPr>
    </a:lvl7pPr>
    <a:lvl8pPr marL="14693369" algn="l" defTabSz="4198105" rtl="0" eaLnBrk="1" latinLnBrk="0" hangingPunct="1">
      <a:defRPr sz="5500" kern="1200">
        <a:solidFill>
          <a:schemeClr val="tx1"/>
        </a:solidFill>
        <a:latin typeface="+mn-lt"/>
        <a:ea typeface="+mn-ea"/>
        <a:cs typeface="+mn-cs"/>
      </a:defRPr>
    </a:lvl8pPr>
    <a:lvl9pPr marL="16792424" algn="l" defTabSz="4198105" rtl="0" eaLnBrk="1" latinLnBrk="0" hangingPunct="1">
      <a:defRPr sz="55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346011" y="289038"/>
            <a:ext cx="33541583" cy="3064670"/>
          </a:xfrm>
        </p:spPr>
        <p:txBody>
          <a:bodyPr/>
          <a:lstStyle>
            <a:lvl1pPr marL="0" indent="0">
              <a:buNone/>
              <a:defRPr sz="12800" baseline="0"/>
            </a:lvl1pPr>
          </a:lstStyle>
          <a:p>
            <a:pPr algn="ctr"/>
            <a:r>
              <a:rPr lang="en-US" sz="5900" dirty="0">
                <a:solidFill>
                  <a:schemeClr val="accent2">
                    <a:lumMod val="75000"/>
                  </a:schemeClr>
                </a:solidFill>
                <a:effectLst>
                  <a:reflection blurRad="6350" stA="42000" endPos="58000" dir="5400000" sy="-100000" algn="bl" rotWithShape="0"/>
                </a:effectLst>
                <a:latin typeface="Arial Rounded MT Bold" pitchFamily="34" charset="0"/>
              </a:rPr>
              <a:t>This is a Scientific Poster Template created by </a:t>
            </a:r>
            <a:r>
              <a:rPr lang="en-US" sz="5900" dirty="0" err="1">
                <a:solidFill>
                  <a:schemeClr val="accent2">
                    <a:lumMod val="75000"/>
                  </a:schemeClr>
                </a:solidFill>
                <a:effectLst>
                  <a:reflection blurRad="6350" stA="42000" endPos="58000" dir="5400000" sy="-100000" algn="bl" rotWithShape="0"/>
                </a:effectLst>
                <a:latin typeface="Arial Rounded MT Bold" pitchFamily="34" charset="0"/>
              </a:rPr>
              <a:t>Graphicsland</a:t>
            </a:r>
            <a:r>
              <a:rPr lang="en-US" sz="5900" dirty="0">
                <a:solidFill>
                  <a:schemeClr val="accent2">
                    <a:lumMod val="75000"/>
                  </a:schemeClr>
                </a:solidFill>
                <a:effectLst>
                  <a:reflection blurRad="6350" stA="42000" endPos="58000" dir="5400000" sy="-100000" algn="bl" rotWithShape="0"/>
                </a:effectLst>
                <a:latin typeface="Arial Rounded MT Bold" pitchFamily="34" charset="0"/>
              </a:rPr>
              <a:t> &amp; MakeSigns.com</a:t>
            </a:r>
            <a:br>
              <a:rPr lang="en-US" sz="5900" dirty="0">
                <a:solidFill>
                  <a:schemeClr val="accent2">
                    <a:lumMod val="75000"/>
                  </a:schemeClr>
                </a:solidFill>
                <a:effectLst>
                  <a:reflection blurRad="6350" stA="42000" endPos="58000" dir="5400000" sy="-100000" algn="bl" rotWithShape="0"/>
                </a:effectLst>
                <a:latin typeface="Arial Rounded MT Bold" pitchFamily="34" charset="0"/>
              </a:rPr>
            </a:br>
            <a:r>
              <a:rPr lang="en-US" sz="5900" dirty="0">
                <a:solidFill>
                  <a:schemeClr val="accent2">
                    <a:lumMod val="75000"/>
                  </a:schemeClr>
                </a:solidFill>
                <a:effectLst>
                  <a:reflection blurRad="6350" stA="42000" endPos="58000" dir="5400000" sy="-100000" algn="bl" rotWithShape="0"/>
                </a:effectLst>
                <a:latin typeface="Arial Rounded MT Bold" pitchFamily="34" charset="0"/>
              </a:rPr>
              <a:t>Your poster title would go on these lines</a:t>
            </a:r>
            <a:endParaRPr lang="en-US" dirty="0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1" hasCustomPrompt="1"/>
          </p:nvPr>
        </p:nvSpPr>
        <p:spPr>
          <a:xfrm>
            <a:off x="3346011" y="3121073"/>
            <a:ext cx="33541583" cy="2718330"/>
          </a:xfrm>
        </p:spPr>
        <p:txBody>
          <a:bodyPr/>
          <a:lstStyle>
            <a:lvl1pPr marL="0" indent="0">
              <a:buNone/>
              <a:defRPr sz="12800"/>
            </a:lvl1pPr>
          </a:lstStyle>
          <a:p>
            <a:pPr algn="ctr"/>
            <a:r>
              <a:rPr lang="en-US" sz="4800" dirty="0"/>
              <a:t>Author names go here. You can add subscript numbers to assign a university. </a:t>
            </a:r>
            <a:br>
              <a:rPr lang="en-US" sz="4800" dirty="0"/>
            </a:br>
            <a:r>
              <a:rPr lang="en-US" sz="4800" dirty="0"/>
              <a:t>University names or departments go here. </a:t>
            </a:r>
          </a:p>
        </p:txBody>
      </p:sp>
    </p:spTree>
    <p:extLst>
      <p:ext uri="{BB962C8B-B14F-4D97-AF65-F5344CB8AC3E}">
        <p14:creationId xmlns:p14="http://schemas.microsoft.com/office/powerpoint/2010/main" val="4332589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C7F76D-A730-4432-85DE-CA47D32BB251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D57CD0-55F5-4017-8E2F-F1A5FF8435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89816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78177" y="25853817"/>
            <a:ext cx="34198560" cy="7990840"/>
          </a:xfrm>
        </p:spPr>
        <p:txBody>
          <a:bodyPr anchor="t"/>
          <a:lstStyle>
            <a:lvl1pPr algn="l">
              <a:defRPr sz="184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78177" y="17052721"/>
            <a:ext cx="34198560" cy="8801096"/>
          </a:xfrm>
        </p:spPr>
        <p:txBody>
          <a:bodyPr anchor="b"/>
          <a:lstStyle>
            <a:lvl1pPr marL="0" indent="0">
              <a:buNone/>
              <a:defRPr sz="9300">
                <a:solidFill>
                  <a:schemeClr val="tx1">
                    <a:tint val="75000"/>
                  </a:schemeClr>
                </a:solidFill>
              </a:defRPr>
            </a:lvl1pPr>
            <a:lvl2pPr marL="2099053" indent="0">
              <a:buNone/>
              <a:defRPr sz="8300">
                <a:solidFill>
                  <a:schemeClr val="tx1">
                    <a:tint val="75000"/>
                  </a:schemeClr>
                </a:solidFill>
              </a:defRPr>
            </a:lvl2pPr>
            <a:lvl3pPr marL="4198105" indent="0">
              <a:buNone/>
              <a:defRPr sz="7400">
                <a:solidFill>
                  <a:schemeClr val="tx1">
                    <a:tint val="75000"/>
                  </a:schemeClr>
                </a:solidFill>
              </a:defRPr>
            </a:lvl3pPr>
            <a:lvl4pPr marL="6297159" indent="0">
              <a:buNone/>
              <a:defRPr sz="6400">
                <a:solidFill>
                  <a:schemeClr val="tx1">
                    <a:tint val="75000"/>
                  </a:schemeClr>
                </a:solidFill>
              </a:defRPr>
            </a:lvl4pPr>
            <a:lvl5pPr marL="8396212" indent="0">
              <a:buNone/>
              <a:defRPr sz="6400">
                <a:solidFill>
                  <a:schemeClr val="tx1">
                    <a:tint val="75000"/>
                  </a:schemeClr>
                </a:solidFill>
              </a:defRPr>
            </a:lvl5pPr>
            <a:lvl6pPr marL="10495264" indent="0">
              <a:buNone/>
              <a:defRPr sz="6400">
                <a:solidFill>
                  <a:schemeClr val="tx1">
                    <a:tint val="75000"/>
                  </a:schemeClr>
                </a:solidFill>
              </a:defRPr>
            </a:lvl6pPr>
            <a:lvl7pPr marL="12594317" indent="0">
              <a:buNone/>
              <a:defRPr sz="6400">
                <a:solidFill>
                  <a:schemeClr val="tx1">
                    <a:tint val="75000"/>
                  </a:schemeClr>
                </a:solidFill>
              </a:defRPr>
            </a:lvl7pPr>
            <a:lvl8pPr marL="14693369" indent="0">
              <a:buNone/>
              <a:defRPr sz="6400">
                <a:solidFill>
                  <a:schemeClr val="tx1">
                    <a:tint val="75000"/>
                  </a:schemeClr>
                </a:solidFill>
              </a:defRPr>
            </a:lvl8pPr>
            <a:lvl9pPr marL="16792424" indent="0">
              <a:buNone/>
              <a:defRPr sz="6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C7F76D-A730-4432-85DE-CA47D32BB251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D57CD0-55F5-4017-8E2F-F1A5FF8435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65487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243450" y="30044817"/>
            <a:ext cx="64841753" cy="84965544"/>
          </a:xfrm>
        </p:spPr>
        <p:txBody>
          <a:bodyPr/>
          <a:lstStyle>
            <a:lvl1pPr>
              <a:defRPr sz="12800"/>
            </a:lvl1pPr>
            <a:lvl2pPr>
              <a:defRPr sz="11000"/>
            </a:lvl2pPr>
            <a:lvl3pPr>
              <a:defRPr sz="9300"/>
            </a:lvl3pPr>
            <a:lvl4pPr>
              <a:defRPr sz="8300"/>
            </a:lvl4pPr>
            <a:lvl5pPr>
              <a:defRPr sz="8300"/>
            </a:lvl5pPr>
            <a:lvl6pPr>
              <a:defRPr sz="8300"/>
            </a:lvl6pPr>
            <a:lvl7pPr>
              <a:defRPr sz="8300"/>
            </a:lvl7pPr>
            <a:lvl8pPr>
              <a:defRPr sz="8300"/>
            </a:lvl8pPr>
            <a:lvl9pPr>
              <a:defRPr sz="8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2755764" y="30044817"/>
            <a:ext cx="64841757" cy="84965544"/>
          </a:xfrm>
        </p:spPr>
        <p:txBody>
          <a:bodyPr/>
          <a:lstStyle>
            <a:lvl1pPr>
              <a:defRPr sz="12800"/>
            </a:lvl1pPr>
            <a:lvl2pPr>
              <a:defRPr sz="11000"/>
            </a:lvl2pPr>
            <a:lvl3pPr>
              <a:defRPr sz="9300"/>
            </a:lvl3pPr>
            <a:lvl4pPr>
              <a:defRPr sz="8300"/>
            </a:lvl4pPr>
            <a:lvl5pPr>
              <a:defRPr sz="8300"/>
            </a:lvl5pPr>
            <a:lvl6pPr>
              <a:defRPr sz="8300"/>
            </a:lvl6pPr>
            <a:lvl7pPr>
              <a:defRPr sz="8300"/>
            </a:lvl7pPr>
            <a:lvl8pPr>
              <a:defRPr sz="8300"/>
            </a:lvl8pPr>
            <a:lvl9pPr>
              <a:defRPr sz="8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C7F76D-A730-4432-85DE-CA47D32BB251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D57CD0-55F5-4017-8E2F-F1A5FF8435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66608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1680" y="1611210"/>
            <a:ext cx="36210240" cy="67056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1684" y="9006001"/>
            <a:ext cx="17776827" cy="3753270"/>
          </a:xfrm>
        </p:spPr>
        <p:txBody>
          <a:bodyPr anchor="b"/>
          <a:lstStyle>
            <a:lvl1pPr marL="0" indent="0">
              <a:buNone/>
              <a:defRPr sz="11000" b="1"/>
            </a:lvl1pPr>
            <a:lvl2pPr marL="2099053" indent="0">
              <a:buNone/>
              <a:defRPr sz="9300" b="1"/>
            </a:lvl2pPr>
            <a:lvl3pPr marL="4198105" indent="0">
              <a:buNone/>
              <a:defRPr sz="8300" b="1"/>
            </a:lvl3pPr>
            <a:lvl4pPr marL="6297159" indent="0">
              <a:buNone/>
              <a:defRPr sz="7400" b="1"/>
            </a:lvl4pPr>
            <a:lvl5pPr marL="8396212" indent="0">
              <a:buNone/>
              <a:defRPr sz="7400" b="1"/>
            </a:lvl5pPr>
            <a:lvl6pPr marL="10495264" indent="0">
              <a:buNone/>
              <a:defRPr sz="7400" b="1"/>
            </a:lvl6pPr>
            <a:lvl7pPr marL="12594317" indent="0">
              <a:buNone/>
              <a:defRPr sz="7400" b="1"/>
            </a:lvl7pPr>
            <a:lvl8pPr marL="14693369" indent="0">
              <a:buNone/>
              <a:defRPr sz="7400" b="1"/>
            </a:lvl8pPr>
            <a:lvl9pPr marL="16792424" indent="0">
              <a:buNone/>
              <a:defRPr sz="7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011684" y="12759271"/>
            <a:ext cx="17776827" cy="23180890"/>
          </a:xfrm>
        </p:spPr>
        <p:txBody>
          <a:bodyPr/>
          <a:lstStyle>
            <a:lvl1pPr>
              <a:defRPr sz="11000"/>
            </a:lvl1pPr>
            <a:lvl2pPr>
              <a:defRPr sz="9300"/>
            </a:lvl2pPr>
            <a:lvl3pPr>
              <a:defRPr sz="8300"/>
            </a:lvl3pPr>
            <a:lvl4pPr>
              <a:defRPr sz="7400"/>
            </a:lvl4pPr>
            <a:lvl5pPr>
              <a:defRPr sz="7400"/>
            </a:lvl5pPr>
            <a:lvl6pPr>
              <a:defRPr sz="7400"/>
            </a:lvl6pPr>
            <a:lvl7pPr>
              <a:defRPr sz="7400"/>
            </a:lvl7pPr>
            <a:lvl8pPr>
              <a:defRPr sz="7400"/>
            </a:lvl8pPr>
            <a:lvl9pPr>
              <a:defRPr sz="7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0438114" y="9006001"/>
            <a:ext cx="17783810" cy="3753270"/>
          </a:xfrm>
        </p:spPr>
        <p:txBody>
          <a:bodyPr anchor="b"/>
          <a:lstStyle>
            <a:lvl1pPr marL="0" indent="0">
              <a:buNone/>
              <a:defRPr sz="11000" b="1"/>
            </a:lvl1pPr>
            <a:lvl2pPr marL="2099053" indent="0">
              <a:buNone/>
              <a:defRPr sz="9300" b="1"/>
            </a:lvl2pPr>
            <a:lvl3pPr marL="4198105" indent="0">
              <a:buNone/>
              <a:defRPr sz="8300" b="1"/>
            </a:lvl3pPr>
            <a:lvl4pPr marL="6297159" indent="0">
              <a:buNone/>
              <a:defRPr sz="7400" b="1"/>
            </a:lvl4pPr>
            <a:lvl5pPr marL="8396212" indent="0">
              <a:buNone/>
              <a:defRPr sz="7400" b="1"/>
            </a:lvl5pPr>
            <a:lvl6pPr marL="10495264" indent="0">
              <a:buNone/>
              <a:defRPr sz="7400" b="1"/>
            </a:lvl6pPr>
            <a:lvl7pPr marL="12594317" indent="0">
              <a:buNone/>
              <a:defRPr sz="7400" b="1"/>
            </a:lvl7pPr>
            <a:lvl8pPr marL="14693369" indent="0">
              <a:buNone/>
              <a:defRPr sz="7400" b="1"/>
            </a:lvl8pPr>
            <a:lvl9pPr marL="16792424" indent="0">
              <a:buNone/>
              <a:defRPr sz="7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0438114" y="12759271"/>
            <a:ext cx="17783810" cy="23180890"/>
          </a:xfrm>
        </p:spPr>
        <p:txBody>
          <a:bodyPr/>
          <a:lstStyle>
            <a:lvl1pPr>
              <a:defRPr sz="11000"/>
            </a:lvl1pPr>
            <a:lvl2pPr>
              <a:defRPr sz="9300"/>
            </a:lvl2pPr>
            <a:lvl3pPr>
              <a:defRPr sz="8300"/>
            </a:lvl3pPr>
            <a:lvl4pPr>
              <a:defRPr sz="7400"/>
            </a:lvl4pPr>
            <a:lvl5pPr>
              <a:defRPr sz="7400"/>
            </a:lvl5pPr>
            <a:lvl6pPr>
              <a:defRPr sz="7400"/>
            </a:lvl6pPr>
            <a:lvl7pPr>
              <a:defRPr sz="7400"/>
            </a:lvl7pPr>
            <a:lvl8pPr>
              <a:defRPr sz="7400"/>
            </a:lvl8pPr>
            <a:lvl9pPr>
              <a:defRPr sz="7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C7F76D-A730-4432-85DE-CA47D32BB251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D57CD0-55F5-4017-8E2F-F1A5FF8435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41417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C7F76D-A730-4432-85DE-CA47D32BB251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D57CD0-55F5-4017-8E2F-F1A5FF8435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84266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C7F76D-A730-4432-85DE-CA47D32BB251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D57CD0-55F5-4017-8E2F-F1A5FF8435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69849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1684" y="1601894"/>
            <a:ext cx="13236577" cy="6817360"/>
          </a:xfrm>
        </p:spPr>
        <p:txBody>
          <a:bodyPr anchor="b"/>
          <a:lstStyle>
            <a:lvl1pPr algn="l">
              <a:defRPr sz="93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730220" y="1601897"/>
            <a:ext cx="22491700" cy="34338264"/>
          </a:xfrm>
        </p:spPr>
        <p:txBody>
          <a:bodyPr/>
          <a:lstStyle>
            <a:lvl1pPr>
              <a:defRPr sz="14700"/>
            </a:lvl1pPr>
            <a:lvl2pPr>
              <a:defRPr sz="12800"/>
            </a:lvl2pPr>
            <a:lvl3pPr>
              <a:defRPr sz="11000"/>
            </a:lvl3pPr>
            <a:lvl4pPr>
              <a:defRPr sz="9300"/>
            </a:lvl4pPr>
            <a:lvl5pPr>
              <a:defRPr sz="9300"/>
            </a:lvl5pPr>
            <a:lvl6pPr>
              <a:defRPr sz="9300"/>
            </a:lvl6pPr>
            <a:lvl7pPr>
              <a:defRPr sz="9300"/>
            </a:lvl7pPr>
            <a:lvl8pPr>
              <a:defRPr sz="9300"/>
            </a:lvl8pPr>
            <a:lvl9pPr>
              <a:defRPr sz="9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11684" y="8419257"/>
            <a:ext cx="13236577" cy="27520904"/>
          </a:xfrm>
        </p:spPr>
        <p:txBody>
          <a:bodyPr/>
          <a:lstStyle>
            <a:lvl1pPr marL="0" indent="0">
              <a:buNone/>
              <a:defRPr sz="6400"/>
            </a:lvl1pPr>
            <a:lvl2pPr marL="2099053" indent="0">
              <a:buNone/>
              <a:defRPr sz="5500"/>
            </a:lvl2pPr>
            <a:lvl3pPr marL="4198105" indent="0">
              <a:buNone/>
              <a:defRPr sz="4600"/>
            </a:lvl3pPr>
            <a:lvl4pPr marL="6297159" indent="0">
              <a:buNone/>
              <a:defRPr sz="4100"/>
            </a:lvl4pPr>
            <a:lvl5pPr marL="8396212" indent="0">
              <a:buNone/>
              <a:defRPr sz="4100"/>
            </a:lvl5pPr>
            <a:lvl6pPr marL="10495264" indent="0">
              <a:buNone/>
              <a:defRPr sz="4100"/>
            </a:lvl6pPr>
            <a:lvl7pPr marL="12594317" indent="0">
              <a:buNone/>
              <a:defRPr sz="4100"/>
            </a:lvl7pPr>
            <a:lvl8pPr marL="14693369" indent="0">
              <a:buNone/>
              <a:defRPr sz="4100"/>
            </a:lvl8pPr>
            <a:lvl9pPr marL="16792424" indent="0">
              <a:buNone/>
              <a:defRPr sz="41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C7F76D-A730-4432-85DE-CA47D32BB251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D57CD0-55F5-4017-8E2F-F1A5FF8435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12620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86067" y="28163523"/>
            <a:ext cx="24140160" cy="3324864"/>
          </a:xfrm>
        </p:spPr>
        <p:txBody>
          <a:bodyPr anchor="b"/>
          <a:lstStyle>
            <a:lvl1pPr algn="l">
              <a:defRPr sz="93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7886067" y="3594946"/>
            <a:ext cx="24140160" cy="24140160"/>
          </a:xfrm>
        </p:spPr>
        <p:txBody>
          <a:bodyPr/>
          <a:lstStyle>
            <a:lvl1pPr marL="0" indent="0">
              <a:buNone/>
              <a:defRPr sz="14700"/>
            </a:lvl1pPr>
            <a:lvl2pPr marL="2099053" indent="0">
              <a:buNone/>
              <a:defRPr sz="12800"/>
            </a:lvl2pPr>
            <a:lvl3pPr marL="4198105" indent="0">
              <a:buNone/>
              <a:defRPr sz="11000"/>
            </a:lvl3pPr>
            <a:lvl4pPr marL="6297159" indent="0">
              <a:buNone/>
              <a:defRPr sz="9300"/>
            </a:lvl4pPr>
            <a:lvl5pPr marL="8396212" indent="0">
              <a:buNone/>
              <a:defRPr sz="9300"/>
            </a:lvl5pPr>
            <a:lvl6pPr marL="10495264" indent="0">
              <a:buNone/>
              <a:defRPr sz="9300"/>
            </a:lvl6pPr>
            <a:lvl7pPr marL="12594317" indent="0">
              <a:buNone/>
              <a:defRPr sz="9300"/>
            </a:lvl7pPr>
            <a:lvl8pPr marL="14693369" indent="0">
              <a:buNone/>
              <a:defRPr sz="9300"/>
            </a:lvl8pPr>
            <a:lvl9pPr marL="16792424" indent="0">
              <a:buNone/>
              <a:defRPr sz="93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886067" y="31488387"/>
            <a:ext cx="24140160" cy="4721856"/>
          </a:xfrm>
        </p:spPr>
        <p:txBody>
          <a:bodyPr/>
          <a:lstStyle>
            <a:lvl1pPr marL="0" indent="0">
              <a:buNone/>
              <a:defRPr sz="6400"/>
            </a:lvl1pPr>
            <a:lvl2pPr marL="2099053" indent="0">
              <a:buNone/>
              <a:defRPr sz="5500"/>
            </a:lvl2pPr>
            <a:lvl3pPr marL="4198105" indent="0">
              <a:buNone/>
              <a:defRPr sz="4600"/>
            </a:lvl3pPr>
            <a:lvl4pPr marL="6297159" indent="0">
              <a:buNone/>
              <a:defRPr sz="4100"/>
            </a:lvl4pPr>
            <a:lvl5pPr marL="8396212" indent="0">
              <a:buNone/>
              <a:defRPr sz="4100"/>
            </a:lvl5pPr>
            <a:lvl6pPr marL="10495264" indent="0">
              <a:buNone/>
              <a:defRPr sz="4100"/>
            </a:lvl6pPr>
            <a:lvl7pPr marL="12594317" indent="0">
              <a:buNone/>
              <a:defRPr sz="4100"/>
            </a:lvl7pPr>
            <a:lvl8pPr marL="14693369" indent="0">
              <a:buNone/>
              <a:defRPr sz="4100"/>
            </a:lvl8pPr>
            <a:lvl9pPr marL="16792424" indent="0">
              <a:buNone/>
              <a:defRPr sz="41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C7F76D-A730-4432-85DE-CA47D32BB251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D57CD0-55F5-4017-8E2F-F1A5FF8435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44171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C7F76D-A730-4432-85DE-CA47D32BB251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D57CD0-55F5-4017-8E2F-F1A5FF8435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45764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5012494" y="5159593"/>
            <a:ext cx="32585027" cy="10985077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243451" y="5159593"/>
            <a:ext cx="97098483" cy="10985077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C7F76D-A730-4432-85DE-CA47D32BB251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D57CD0-55F5-4017-8E2F-F1A5FF8435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72898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011680" y="1611210"/>
            <a:ext cx="36210240" cy="6705600"/>
          </a:xfrm>
          <a:prstGeom prst="rect">
            <a:avLst/>
          </a:prstGeom>
        </p:spPr>
        <p:txBody>
          <a:bodyPr vert="horz" lIns="419811" tIns="209905" rIns="419811" bIns="209905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1680" y="9387846"/>
            <a:ext cx="36210240" cy="26552317"/>
          </a:xfrm>
          <a:prstGeom prst="rect">
            <a:avLst/>
          </a:prstGeom>
        </p:spPr>
        <p:txBody>
          <a:bodyPr vert="horz" lIns="419811" tIns="209905" rIns="419811" bIns="209905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011680" y="37290591"/>
            <a:ext cx="9387840" cy="2142066"/>
          </a:xfrm>
          <a:prstGeom prst="rect">
            <a:avLst/>
          </a:prstGeom>
        </p:spPr>
        <p:txBody>
          <a:bodyPr vert="horz" lIns="419811" tIns="209905" rIns="419811" bIns="209905" rtlCol="0" anchor="ctr"/>
          <a:lstStyle>
            <a:lvl1pPr algn="l">
              <a:defRPr sz="55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C7F76D-A730-4432-85DE-CA47D32BB251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3746480" y="37290591"/>
            <a:ext cx="12740640" cy="2142066"/>
          </a:xfrm>
          <a:prstGeom prst="rect">
            <a:avLst/>
          </a:prstGeom>
        </p:spPr>
        <p:txBody>
          <a:bodyPr vert="horz" lIns="419811" tIns="209905" rIns="419811" bIns="209905" rtlCol="0" anchor="ctr"/>
          <a:lstStyle>
            <a:lvl1pPr algn="ctr">
              <a:defRPr sz="55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8834080" y="37290591"/>
            <a:ext cx="9387840" cy="2142066"/>
          </a:xfrm>
          <a:prstGeom prst="rect">
            <a:avLst/>
          </a:prstGeom>
        </p:spPr>
        <p:txBody>
          <a:bodyPr vert="horz" lIns="419811" tIns="209905" rIns="419811" bIns="209905" rtlCol="0" anchor="ctr"/>
          <a:lstStyle>
            <a:lvl1pPr algn="r">
              <a:defRPr sz="55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D57CD0-55F5-4017-8E2F-F1A5FF8435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13227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198105" rtl="0" eaLnBrk="1" latinLnBrk="0" hangingPunct="1">
        <a:spcBef>
          <a:spcPct val="0"/>
        </a:spcBef>
        <a:buNone/>
        <a:defRPr sz="20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574290" indent="-1574290" algn="l" defTabSz="4198105" rtl="0" eaLnBrk="1" latinLnBrk="0" hangingPunct="1">
        <a:spcBef>
          <a:spcPct val="20000"/>
        </a:spcBef>
        <a:buFont typeface="Arial" pitchFamily="34" charset="0"/>
        <a:buChar char="•"/>
        <a:defRPr sz="14700" kern="1200">
          <a:solidFill>
            <a:schemeClr val="tx1"/>
          </a:solidFill>
          <a:latin typeface="+mn-lt"/>
          <a:ea typeface="+mn-ea"/>
          <a:cs typeface="+mn-cs"/>
        </a:defRPr>
      </a:lvl1pPr>
      <a:lvl2pPr marL="3410961" indent="-1311909" algn="l" defTabSz="4198105" rtl="0" eaLnBrk="1" latinLnBrk="0" hangingPunct="1">
        <a:spcBef>
          <a:spcPct val="20000"/>
        </a:spcBef>
        <a:buFont typeface="Arial" pitchFamily="34" charset="0"/>
        <a:buChar char="–"/>
        <a:defRPr sz="12800" kern="1200">
          <a:solidFill>
            <a:schemeClr val="tx1"/>
          </a:solidFill>
          <a:latin typeface="+mn-lt"/>
          <a:ea typeface="+mn-ea"/>
          <a:cs typeface="+mn-cs"/>
        </a:defRPr>
      </a:lvl2pPr>
      <a:lvl3pPr marL="5247633" indent="-1049526" algn="l" defTabSz="4198105" rtl="0" eaLnBrk="1" latinLnBrk="0" hangingPunct="1">
        <a:spcBef>
          <a:spcPct val="20000"/>
        </a:spcBef>
        <a:buFont typeface="Arial" pitchFamily="34" charset="0"/>
        <a:buChar char="•"/>
        <a:defRPr sz="11000" kern="1200">
          <a:solidFill>
            <a:schemeClr val="tx1"/>
          </a:solidFill>
          <a:latin typeface="+mn-lt"/>
          <a:ea typeface="+mn-ea"/>
          <a:cs typeface="+mn-cs"/>
        </a:defRPr>
      </a:lvl3pPr>
      <a:lvl4pPr marL="7346685" indent="-1049526" algn="l" defTabSz="4198105" rtl="0" eaLnBrk="1" latinLnBrk="0" hangingPunct="1">
        <a:spcBef>
          <a:spcPct val="20000"/>
        </a:spcBef>
        <a:buFont typeface="Arial" pitchFamily="34" charset="0"/>
        <a:buChar char="–"/>
        <a:defRPr sz="9300" kern="1200">
          <a:solidFill>
            <a:schemeClr val="tx1"/>
          </a:solidFill>
          <a:latin typeface="+mn-lt"/>
          <a:ea typeface="+mn-ea"/>
          <a:cs typeface="+mn-cs"/>
        </a:defRPr>
      </a:lvl4pPr>
      <a:lvl5pPr marL="9445738" indent="-1049526" algn="l" defTabSz="4198105" rtl="0" eaLnBrk="1" latinLnBrk="0" hangingPunct="1">
        <a:spcBef>
          <a:spcPct val="20000"/>
        </a:spcBef>
        <a:buFont typeface="Arial" pitchFamily="34" charset="0"/>
        <a:buChar char="»"/>
        <a:defRPr sz="9300" kern="1200">
          <a:solidFill>
            <a:schemeClr val="tx1"/>
          </a:solidFill>
          <a:latin typeface="+mn-lt"/>
          <a:ea typeface="+mn-ea"/>
          <a:cs typeface="+mn-cs"/>
        </a:defRPr>
      </a:lvl5pPr>
      <a:lvl6pPr marL="11544790" indent="-1049526" algn="l" defTabSz="4198105" rtl="0" eaLnBrk="1" latinLnBrk="0" hangingPunct="1">
        <a:spcBef>
          <a:spcPct val="20000"/>
        </a:spcBef>
        <a:buFont typeface="Arial" pitchFamily="34" charset="0"/>
        <a:buChar char="•"/>
        <a:defRPr sz="9300" kern="1200">
          <a:solidFill>
            <a:schemeClr val="tx1"/>
          </a:solidFill>
          <a:latin typeface="+mn-lt"/>
          <a:ea typeface="+mn-ea"/>
          <a:cs typeface="+mn-cs"/>
        </a:defRPr>
      </a:lvl6pPr>
      <a:lvl7pPr marL="13643843" indent="-1049526" algn="l" defTabSz="4198105" rtl="0" eaLnBrk="1" latinLnBrk="0" hangingPunct="1">
        <a:spcBef>
          <a:spcPct val="20000"/>
        </a:spcBef>
        <a:buFont typeface="Arial" pitchFamily="34" charset="0"/>
        <a:buChar char="•"/>
        <a:defRPr sz="9300" kern="1200">
          <a:solidFill>
            <a:schemeClr val="tx1"/>
          </a:solidFill>
          <a:latin typeface="+mn-lt"/>
          <a:ea typeface="+mn-ea"/>
          <a:cs typeface="+mn-cs"/>
        </a:defRPr>
      </a:lvl7pPr>
      <a:lvl8pPr marL="15742898" indent="-1049526" algn="l" defTabSz="4198105" rtl="0" eaLnBrk="1" latinLnBrk="0" hangingPunct="1">
        <a:spcBef>
          <a:spcPct val="20000"/>
        </a:spcBef>
        <a:buFont typeface="Arial" pitchFamily="34" charset="0"/>
        <a:buChar char="•"/>
        <a:defRPr sz="9300" kern="1200">
          <a:solidFill>
            <a:schemeClr val="tx1"/>
          </a:solidFill>
          <a:latin typeface="+mn-lt"/>
          <a:ea typeface="+mn-ea"/>
          <a:cs typeface="+mn-cs"/>
        </a:defRPr>
      </a:lvl8pPr>
      <a:lvl9pPr marL="17841950" indent="-1049526" algn="l" defTabSz="4198105" rtl="0" eaLnBrk="1" latinLnBrk="0" hangingPunct="1">
        <a:spcBef>
          <a:spcPct val="20000"/>
        </a:spcBef>
        <a:buFont typeface="Arial" pitchFamily="34" charset="0"/>
        <a:buChar char="•"/>
        <a:defRPr sz="9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198105" rtl="0" eaLnBrk="1" latinLnBrk="0" hangingPunct="1">
        <a:defRPr sz="8300" kern="1200">
          <a:solidFill>
            <a:schemeClr val="tx1"/>
          </a:solidFill>
          <a:latin typeface="+mn-lt"/>
          <a:ea typeface="+mn-ea"/>
          <a:cs typeface="+mn-cs"/>
        </a:defRPr>
      </a:lvl1pPr>
      <a:lvl2pPr marL="2099053" algn="l" defTabSz="4198105" rtl="0" eaLnBrk="1" latinLnBrk="0" hangingPunct="1">
        <a:defRPr sz="8300" kern="1200">
          <a:solidFill>
            <a:schemeClr val="tx1"/>
          </a:solidFill>
          <a:latin typeface="+mn-lt"/>
          <a:ea typeface="+mn-ea"/>
          <a:cs typeface="+mn-cs"/>
        </a:defRPr>
      </a:lvl2pPr>
      <a:lvl3pPr marL="4198105" algn="l" defTabSz="4198105" rtl="0" eaLnBrk="1" latinLnBrk="0" hangingPunct="1">
        <a:defRPr sz="8300" kern="1200">
          <a:solidFill>
            <a:schemeClr val="tx1"/>
          </a:solidFill>
          <a:latin typeface="+mn-lt"/>
          <a:ea typeface="+mn-ea"/>
          <a:cs typeface="+mn-cs"/>
        </a:defRPr>
      </a:lvl3pPr>
      <a:lvl4pPr marL="6297159" algn="l" defTabSz="4198105" rtl="0" eaLnBrk="1" latinLnBrk="0" hangingPunct="1">
        <a:defRPr sz="8300" kern="1200">
          <a:solidFill>
            <a:schemeClr val="tx1"/>
          </a:solidFill>
          <a:latin typeface="+mn-lt"/>
          <a:ea typeface="+mn-ea"/>
          <a:cs typeface="+mn-cs"/>
        </a:defRPr>
      </a:lvl4pPr>
      <a:lvl5pPr marL="8396212" algn="l" defTabSz="4198105" rtl="0" eaLnBrk="1" latinLnBrk="0" hangingPunct="1">
        <a:defRPr sz="8300" kern="1200">
          <a:solidFill>
            <a:schemeClr val="tx1"/>
          </a:solidFill>
          <a:latin typeface="+mn-lt"/>
          <a:ea typeface="+mn-ea"/>
          <a:cs typeface="+mn-cs"/>
        </a:defRPr>
      </a:lvl5pPr>
      <a:lvl6pPr marL="10495264" algn="l" defTabSz="4198105" rtl="0" eaLnBrk="1" latinLnBrk="0" hangingPunct="1">
        <a:defRPr sz="8300" kern="1200">
          <a:solidFill>
            <a:schemeClr val="tx1"/>
          </a:solidFill>
          <a:latin typeface="+mn-lt"/>
          <a:ea typeface="+mn-ea"/>
          <a:cs typeface="+mn-cs"/>
        </a:defRPr>
      </a:lvl6pPr>
      <a:lvl7pPr marL="12594317" algn="l" defTabSz="4198105" rtl="0" eaLnBrk="1" latinLnBrk="0" hangingPunct="1">
        <a:defRPr sz="8300" kern="1200">
          <a:solidFill>
            <a:schemeClr val="tx1"/>
          </a:solidFill>
          <a:latin typeface="+mn-lt"/>
          <a:ea typeface="+mn-ea"/>
          <a:cs typeface="+mn-cs"/>
        </a:defRPr>
      </a:lvl7pPr>
      <a:lvl8pPr marL="14693369" algn="l" defTabSz="4198105" rtl="0" eaLnBrk="1" latinLnBrk="0" hangingPunct="1">
        <a:defRPr sz="8300" kern="1200">
          <a:solidFill>
            <a:schemeClr val="tx1"/>
          </a:solidFill>
          <a:latin typeface="+mn-lt"/>
          <a:ea typeface="+mn-ea"/>
          <a:cs typeface="+mn-cs"/>
        </a:defRPr>
      </a:lvl8pPr>
      <a:lvl9pPr marL="16792424" algn="l" defTabSz="4198105" rtl="0" eaLnBrk="1" latinLnBrk="0" hangingPunct="1">
        <a:defRPr sz="83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tangle 36"/>
          <p:cNvSpPr/>
          <p:nvPr/>
        </p:nvSpPr>
        <p:spPr>
          <a:xfrm>
            <a:off x="-1" y="7335739"/>
            <a:ext cx="40233601" cy="85724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87462" tIns="43731" rIns="87462" bIns="43731" rtlCol="0" anchor="ctr"/>
          <a:lstStyle/>
          <a:p>
            <a:pPr algn="ctr"/>
            <a:endParaRPr lang="en-US" sz="9200"/>
          </a:p>
        </p:txBody>
      </p:sp>
      <p:sp>
        <p:nvSpPr>
          <p:cNvPr id="38" name="Rectangle 37"/>
          <p:cNvSpPr/>
          <p:nvPr/>
        </p:nvSpPr>
        <p:spPr>
          <a:xfrm>
            <a:off x="-1" y="39855916"/>
            <a:ext cx="40233601" cy="37768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7462" tIns="43731" rIns="87462" bIns="43731" rtlCol="0" anchor="ctr"/>
          <a:lstStyle/>
          <a:p>
            <a:pPr algn="ctr"/>
            <a:endParaRPr lang="en-US" sz="9200"/>
          </a:p>
        </p:txBody>
      </p:sp>
      <p:sp>
        <p:nvSpPr>
          <p:cNvPr id="81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211541" y="431370"/>
            <a:ext cx="32194723" cy="2248465"/>
          </a:xfrm>
        </p:spPr>
        <p:txBody>
          <a:bodyPr>
            <a:normAutofit/>
          </a:bodyPr>
          <a:lstStyle/>
          <a:p>
            <a:r>
              <a:rPr lang="en-US" sz="6900" b="1" dirty="0">
                <a:solidFill>
                  <a:schemeClr val="accent2">
                    <a:lumMod val="75000"/>
                  </a:schemeClr>
                </a:solidFill>
                <a:latin typeface="Arial Black" pitchFamily="34" charset="0"/>
                <a:cs typeface="Arial" pitchFamily="34" charset="0"/>
              </a:rPr>
              <a:t>Poster Title: The Poster Title goes here…..</a:t>
            </a:r>
          </a:p>
        </p:txBody>
      </p:sp>
      <p:sp>
        <p:nvSpPr>
          <p:cNvPr id="82" name="Text Placeholder 41"/>
          <p:cNvSpPr>
            <a:spLocks noGrp="1"/>
          </p:cNvSpPr>
          <p:nvPr>
            <p:ph type="body" sz="quarter" idx="11"/>
          </p:nvPr>
        </p:nvSpPr>
        <p:spPr>
          <a:xfrm>
            <a:off x="1270396" y="2845972"/>
            <a:ext cx="20022539" cy="4266818"/>
          </a:xfrm>
        </p:spPr>
        <p:txBody>
          <a:bodyPr>
            <a:normAutofit/>
          </a:bodyPr>
          <a:lstStyle/>
          <a:p>
            <a:r>
              <a:rPr lang="en-US" sz="5200" b="1" dirty="0"/>
              <a:t>Your Name</a:t>
            </a:r>
          </a:p>
          <a:p>
            <a:r>
              <a:rPr lang="en-US" sz="5200" dirty="0"/>
              <a:t>Adviser: xxx</a:t>
            </a:r>
          </a:p>
          <a:p>
            <a:r>
              <a:rPr lang="en-US" sz="5200" dirty="0"/>
              <a:t>Department of Engineering Management, Information, and Systems</a:t>
            </a:r>
          </a:p>
          <a:p>
            <a:r>
              <a:rPr lang="en-US" sz="5200" dirty="0"/>
              <a:t>Southern Methodist University, Dallas, Texas, USA.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0258939" y="8448667"/>
            <a:ext cx="9166490" cy="618230"/>
          </a:xfrm>
          <a:prstGeom prst="rect">
            <a:avLst/>
          </a:prstGeom>
          <a:noFill/>
          <a:effectLst>
            <a:softEdge rad="31750"/>
          </a:effectLst>
        </p:spPr>
        <p:txBody>
          <a:bodyPr wrap="square" lIns="87462" tIns="43731" rIns="87462" bIns="43731" rtlCol="0">
            <a:spAutoFit/>
          </a:bodyPr>
          <a:lstStyle/>
          <a:p>
            <a:r>
              <a:rPr lang="en-US" sz="3400" dirty="0">
                <a:latin typeface="Arial Black" pitchFamily="34" charset="0"/>
              </a:rPr>
              <a:t>Results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0291084" y="9109633"/>
            <a:ext cx="8834824" cy="100584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7462" tIns="43731" rIns="87462" bIns="43731" rtlCol="0" anchor="ctr"/>
          <a:lstStyle/>
          <a:p>
            <a:pPr algn="ctr"/>
            <a:endParaRPr lang="en-US" sz="9200"/>
          </a:p>
        </p:txBody>
      </p:sp>
      <p:sp>
        <p:nvSpPr>
          <p:cNvPr id="45" name="TextBox 44"/>
          <p:cNvSpPr txBox="1"/>
          <p:nvPr/>
        </p:nvSpPr>
        <p:spPr>
          <a:xfrm>
            <a:off x="30466270" y="8448667"/>
            <a:ext cx="9166490" cy="618230"/>
          </a:xfrm>
          <a:prstGeom prst="rect">
            <a:avLst/>
          </a:prstGeom>
          <a:noFill/>
          <a:effectLst>
            <a:softEdge rad="31750"/>
          </a:effectLst>
        </p:spPr>
        <p:txBody>
          <a:bodyPr wrap="square" lIns="87462" tIns="43731" rIns="87462" bIns="43731" rtlCol="0">
            <a:spAutoFit/>
          </a:bodyPr>
          <a:lstStyle/>
          <a:p>
            <a:r>
              <a:rPr lang="en-US" sz="3400" dirty="0">
                <a:latin typeface="Arial Black" pitchFamily="34" charset="0"/>
              </a:rPr>
              <a:t>Conclusion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0498415" y="9109633"/>
            <a:ext cx="8834824" cy="100584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7462" tIns="43731" rIns="87462" bIns="43731" rtlCol="0" anchor="ctr"/>
          <a:lstStyle/>
          <a:p>
            <a:pPr algn="ctr"/>
            <a:endParaRPr lang="en-US" sz="9200"/>
          </a:p>
        </p:txBody>
      </p:sp>
      <p:sp>
        <p:nvSpPr>
          <p:cNvPr id="48" name="TextBox 47"/>
          <p:cNvSpPr txBox="1"/>
          <p:nvPr/>
        </p:nvSpPr>
        <p:spPr>
          <a:xfrm>
            <a:off x="120295" y="8448667"/>
            <a:ext cx="9166490" cy="618230"/>
          </a:xfrm>
          <a:prstGeom prst="rect">
            <a:avLst/>
          </a:prstGeom>
          <a:noFill/>
          <a:effectLst>
            <a:softEdge rad="31750"/>
          </a:effectLst>
        </p:spPr>
        <p:txBody>
          <a:bodyPr wrap="square" lIns="87462" tIns="43731" rIns="87462" bIns="43731" rtlCol="0">
            <a:spAutoFit/>
          </a:bodyPr>
          <a:lstStyle/>
          <a:p>
            <a:r>
              <a:rPr lang="en-US" sz="3400" dirty="0">
                <a:latin typeface="Arial Black" pitchFamily="34" charset="0"/>
              </a:rPr>
              <a:t>Abstract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52439" y="9109633"/>
            <a:ext cx="8834824" cy="100584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7462" tIns="43731" rIns="87462" bIns="43731" rtlCol="0" anchor="ctr"/>
          <a:lstStyle/>
          <a:p>
            <a:pPr algn="ctr"/>
            <a:endParaRPr lang="en-US" sz="9200"/>
          </a:p>
        </p:txBody>
      </p:sp>
      <p:sp>
        <p:nvSpPr>
          <p:cNvPr id="51" name="TextBox 50"/>
          <p:cNvSpPr txBox="1"/>
          <p:nvPr/>
        </p:nvSpPr>
        <p:spPr>
          <a:xfrm>
            <a:off x="10213555" y="8448667"/>
            <a:ext cx="9166490" cy="618230"/>
          </a:xfrm>
          <a:prstGeom prst="rect">
            <a:avLst/>
          </a:prstGeom>
          <a:noFill/>
          <a:effectLst>
            <a:softEdge rad="31750"/>
          </a:effectLst>
        </p:spPr>
        <p:txBody>
          <a:bodyPr wrap="square" lIns="87462" tIns="43731" rIns="87462" bIns="43731" rtlCol="0">
            <a:spAutoFit/>
          </a:bodyPr>
          <a:lstStyle/>
          <a:p>
            <a:r>
              <a:rPr lang="en-US" sz="3400" dirty="0">
                <a:latin typeface="Arial Black" pitchFamily="34" charset="0"/>
              </a:rPr>
              <a:t>Materials &amp; Methods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0245701" y="9109633"/>
            <a:ext cx="8834824" cy="100584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7462" tIns="43731" rIns="87462" bIns="43731" rtlCol="0" anchor="ctr"/>
          <a:lstStyle/>
          <a:p>
            <a:pPr algn="ctr"/>
            <a:endParaRPr lang="en-US" sz="9200"/>
          </a:p>
        </p:txBody>
      </p:sp>
      <p:sp>
        <p:nvSpPr>
          <p:cNvPr id="59" name="TextBox 58"/>
          <p:cNvSpPr txBox="1"/>
          <p:nvPr/>
        </p:nvSpPr>
        <p:spPr>
          <a:xfrm>
            <a:off x="179396" y="19011562"/>
            <a:ext cx="9166490" cy="618230"/>
          </a:xfrm>
          <a:prstGeom prst="rect">
            <a:avLst/>
          </a:prstGeom>
          <a:noFill/>
          <a:effectLst>
            <a:softEdge rad="31750"/>
          </a:effectLst>
        </p:spPr>
        <p:txBody>
          <a:bodyPr wrap="square" lIns="87462" tIns="43731" rIns="87462" bIns="43731" rtlCol="0">
            <a:spAutoFit/>
          </a:bodyPr>
          <a:lstStyle/>
          <a:p>
            <a:r>
              <a:rPr lang="en-US" sz="3400" dirty="0">
                <a:latin typeface="Arial Black" pitchFamily="34" charset="0"/>
              </a:rPr>
              <a:t>Introduction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11541" y="19672528"/>
            <a:ext cx="8834824" cy="100584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7462" tIns="43731" rIns="87462" bIns="43731" rtlCol="0" anchor="ctr"/>
          <a:lstStyle/>
          <a:p>
            <a:pPr algn="ctr"/>
            <a:endParaRPr lang="en-US" sz="9200"/>
          </a:p>
        </p:txBody>
      </p:sp>
      <p:sp>
        <p:nvSpPr>
          <p:cNvPr id="62" name="TextBox 61"/>
          <p:cNvSpPr txBox="1"/>
          <p:nvPr/>
        </p:nvSpPr>
        <p:spPr>
          <a:xfrm>
            <a:off x="10242779" y="29330840"/>
            <a:ext cx="9166490" cy="618230"/>
          </a:xfrm>
          <a:prstGeom prst="rect">
            <a:avLst/>
          </a:prstGeom>
          <a:noFill/>
          <a:effectLst>
            <a:softEdge rad="31750"/>
          </a:effectLst>
        </p:spPr>
        <p:txBody>
          <a:bodyPr wrap="square" lIns="87462" tIns="43731" rIns="87462" bIns="43731" rtlCol="0">
            <a:spAutoFit/>
          </a:bodyPr>
          <a:lstStyle/>
          <a:p>
            <a:r>
              <a:rPr lang="en-US" sz="3400" dirty="0">
                <a:latin typeface="Arial Black" pitchFamily="34" charset="0"/>
              </a:rPr>
              <a:t>Discussion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0274924" y="29991805"/>
            <a:ext cx="8834824" cy="100584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7462" tIns="43731" rIns="87462" bIns="43731" rtlCol="0" anchor="ctr"/>
          <a:lstStyle/>
          <a:p>
            <a:pPr algn="ctr"/>
            <a:endParaRPr lang="en-US" sz="9200"/>
          </a:p>
        </p:txBody>
      </p:sp>
      <p:sp>
        <p:nvSpPr>
          <p:cNvPr id="39" name="TextBox 38"/>
          <p:cNvSpPr txBox="1"/>
          <p:nvPr/>
        </p:nvSpPr>
        <p:spPr>
          <a:xfrm>
            <a:off x="186267" y="9326488"/>
            <a:ext cx="9313334" cy="4445364"/>
          </a:xfrm>
          <a:prstGeom prst="rect">
            <a:avLst/>
          </a:prstGeom>
          <a:noFill/>
        </p:spPr>
        <p:txBody>
          <a:bodyPr wrap="square" lIns="87462" tIns="43731" rIns="87462" bIns="43731" rtlCol="0">
            <a:spAutoFit/>
          </a:bodyPr>
          <a:lstStyle/>
          <a:p>
            <a:r>
              <a:rPr lang="en-US" sz="2700" dirty="0">
                <a:solidFill>
                  <a:schemeClr val="tx1">
                    <a:lumMod val="65000"/>
                    <a:lumOff val="35000"/>
                  </a:schemeClr>
                </a:solidFill>
                <a:cs typeface="Arial" pitchFamily="34" charset="0"/>
              </a:rPr>
              <a:t>Your text would go here</a:t>
            </a:r>
          </a:p>
          <a:p>
            <a:endParaRPr lang="en-US" sz="2700" dirty="0">
              <a:solidFill>
                <a:schemeClr val="tx1">
                  <a:lumMod val="65000"/>
                  <a:lumOff val="35000"/>
                </a:schemeClr>
              </a:solidFill>
              <a:cs typeface="Arial" pitchFamily="34" charset="0"/>
            </a:endParaRPr>
          </a:p>
          <a:p>
            <a:pPr algn="ctr"/>
            <a:endParaRPr lang="en-US" sz="5700" b="1" dirty="0">
              <a:solidFill>
                <a:schemeClr val="tx1">
                  <a:lumMod val="65000"/>
                  <a:lumOff val="35000"/>
                </a:schemeClr>
              </a:solidFill>
              <a:cs typeface="Arial" pitchFamily="34" charset="0"/>
            </a:endParaRPr>
          </a:p>
          <a:p>
            <a:pPr algn="ctr"/>
            <a:endParaRPr lang="en-US" sz="5700" b="1" dirty="0">
              <a:solidFill>
                <a:schemeClr val="tx1">
                  <a:lumMod val="65000"/>
                  <a:lumOff val="35000"/>
                </a:schemeClr>
              </a:solidFill>
              <a:cs typeface="Arial" pitchFamily="34" charset="0"/>
            </a:endParaRPr>
          </a:p>
          <a:p>
            <a:pPr algn="ctr"/>
            <a:r>
              <a:rPr lang="en-US" sz="5700" b="1" dirty="0">
                <a:solidFill>
                  <a:schemeClr val="tx1">
                    <a:lumMod val="65000"/>
                    <a:lumOff val="35000"/>
                  </a:schemeClr>
                </a:solidFill>
                <a:cs typeface="Arial" pitchFamily="34" charset="0"/>
              </a:rPr>
              <a:t>Print this poster </a:t>
            </a:r>
            <a:r>
              <a:rPr lang="en-US" sz="5700" b="1">
                <a:solidFill>
                  <a:schemeClr val="tx1">
                    <a:lumMod val="65000"/>
                    <a:lumOff val="35000"/>
                  </a:schemeClr>
                </a:solidFill>
                <a:cs typeface="Arial" pitchFamily="34" charset="0"/>
              </a:rPr>
              <a:t>in sizes</a:t>
            </a:r>
            <a:endParaRPr lang="en-US" sz="5700" b="1" dirty="0">
              <a:solidFill>
                <a:schemeClr val="tx1">
                  <a:lumMod val="65000"/>
                  <a:lumOff val="35000"/>
                </a:schemeClr>
              </a:solidFill>
              <a:cs typeface="Arial" pitchFamily="34" charset="0"/>
            </a:endParaRPr>
          </a:p>
          <a:p>
            <a:pPr algn="ctr"/>
            <a:r>
              <a:rPr lang="en-US" sz="5700" b="1" dirty="0">
                <a:solidFill>
                  <a:schemeClr val="tx1">
                    <a:lumMod val="65000"/>
                    <a:lumOff val="35000"/>
                  </a:schemeClr>
                </a:solidFill>
                <a:cs typeface="Arial" pitchFamily="34" charset="0"/>
              </a:rPr>
              <a:t>36x36 to 48x48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86267" y="19801519"/>
            <a:ext cx="9313334" cy="500471"/>
          </a:xfrm>
          <a:prstGeom prst="rect">
            <a:avLst/>
          </a:prstGeom>
          <a:noFill/>
        </p:spPr>
        <p:txBody>
          <a:bodyPr wrap="square" lIns="87462" tIns="43731" rIns="87462" bIns="43731" rtlCol="0">
            <a:spAutoFit/>
          </a:bodyPr>
          <a:lstStyle/>
          <a:p>
            <a:r>
              <a:rPr lang="en-US" sz="2700" dirty="0">
                <a:solidFill>
                  <a:schemeClr val="tx1">
                    <a:lumMod val="65000"/>
                    <a:lumOff val="35000"/>
                  </a:schemeClr>
                </a:solidFill>
                <a:cs typeface="Arial" pitchFamily="34" charset="0"/>
              </a:rPr>
              <a:t>Your text would go here. 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220427" y="10420016"/>
            <a:ext cx="9313334" cy="500471"/>
          </a:xfrm>
          <a:prstGeom prst="rect">
            <a:avLst/>
          </a:prstGeom>
          <a:noFill/>
        </p:spPr>
        <p:txBody>
          <a:bodyPr wrap="square" lIns="87462" tIns="43731" rIns="87462" bIns="43731" rtlCol="0">
            <a:spAutoFit/>
          </a:bodyPr>
          <a:lstStyle/>
          <a:p>
            <a:r>
              <a:rPr lang="en-US" sz="2700" dirty="0">
                <a:solidFill>
                  <a:schemeClr val="tx1">
                    <a:lumMod val="65000"/>
                    <a:lumOff val="35000"/>
                  </a:schemeClr>
                </a:solidFill>
                <a:cs typeface="Arial" pitchFamily="34" charset="0"/>
              </a:rPr>
              <a:t>Your text would go here. 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248635" y="30177224"/>
            <a:ext cx="9313334" cy="500471"/>
          </a:xfrm>
          <a:prstGeom prst="rect">
            <a:avLst/>
          </a:prstGeom>
          <a:noFill/>
        </p:spPr>
        <p:txBody>
          <a:bodyPr wrap="square" lIns="87462" tIns="43731" rIns="87462" bIns="43731" rtlCol="0">
            <a:spAutoFit/>
          </a:bodyPr>
          <a:lstStyle/>
          <a:p>
            <a:r>
              <a:rPr lang="en-US" sz="2700" dirty="0">
                <a:solidFill>
                  <a:schemeClr val="tx1">
                    <a:lumMod val="65000"/>
                    <a:lumOff val="35000"/>
                  </a:schemeClr>
                </a:solidFill>
                <a:cs typeface="Arial" pitchFamily="34" charset="0"/>
              </a:rPr>
              <a:t>Your text would go here. 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0378645" y="9326488"/>
            <a:ext cx="9313334" cy="500471"/>
          </a:xfrm>
          <a:prstGeom prst="rect">
            <a:avLst/>
          </a:prstGeom>
          <a:noFill/>
        </p:spPr>
        <p:txBody>
          <a:bodyPr wrap="square" lIns="87462" tIns="43731" rIns="87462" bIns="43731" rtlCol="0">
            <a:spAutoFit/>
          </a:bodyPr>
          <a:lstStyle/>
          <a:p>
            <a:r>
              <a:rPr lang="en-US" sz="2700" dirty="0">
                <a:solidFill>
                  <a:schemeClr val="tx1">
                    <a:lumMod val="65000"/>
                    <a:lumOff val="35000"/>
                  </a:schemeClr>
                </a:solidFill>
                <a:cs typeface="Arial" pitchFamily="34" charset="0"/>
              </a:rPr>
              <a:t>Your text would go here. 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0473142" y="9326488"/>
            <a:ext cx="9313334" cy="500471"/>
          </a:xfrm>
          <a:prstGeom prst="rect">
            <a:avLst/>
          </a:prstGeom>
          <a:noFill/>
        </p:spPr>
        <p:txBody>
          <a:bodyPr wrap="square" lIns="87462" tIns="43731" rIns="87462" bIns="43731" rtlCol="0">
            <a:spAutoFit/>
          </a:bodyPr>
          <a:lstStyle/>
          <a:p>
            <a:r>
              <a:rPr lang="en-US" sz="2700" dirty="0">
                <a:solidFill>
                  <a:schemeClr val="tx1">
                    <a:lumMod val="65000"/>
                    <a:lumOff val="35000"/>
                  </a:schemeClr>
                </a:solidFill>
                <a:cs typeface="Arial" pitchFamily="34" charset="0"/>
              </a:rPr>
              <a:t>Your text would go here. 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0623538" y="20142737"/>
            <a:ext cx="9313334" cy="500471"/>
          </a:xfrm>
          <a:prstGeom prst="rect">
            <a:avLst/>
          </a:prstGeom>
          <a:noFill/>
        </p:spPr>
        <p:txBody>
          <a:bodyPr wrap="square" lIns="87462" tIns="43731" rIns="87462" bIns="43731" rtlCol="0">
            <a:spAutoFit/>
          </a:bodyPr>
          <a:lstStyle/>
          <a:p>
            <a:r>
              <a:rPr lang="en-US" sz="2700" dirty="0">
                <a:solidFill>
                  <a:schemeClr val="tx1">
                    <a:lumMod val="65000"/>
                    <a:lumOff val="35000"/>
                  </a:schemeClr>
                </a:solidFill>
                <a:cs typeface="Arial" pitchFamily="34" charset="0"/>
              </a:rPr>
              <a:t>Your text would go here. 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0623535" y="24814807"/>
            <a:ext cx="9313334" cy="500471"/>
          </a:xfrm>
          <a:prstGeom prst="rect">
            <a:avLst/>
          </a:prstGeom>
          <a:noFill/>
        </p:spPr>
        <p:txBody>
          <a:bodyPr wrap="square" lIns="87462" tIns="43731" rIns="87462" bIns="43731" rtlCol="0">
            <a:spAutoFit/>
          </a:bodyPr>
          <a:lstStyle/>
          <a:p>
            <a:r>
              <a:rPr lang="en-US" sz="2700" dirty="0">
                <a:solidFill>
                  <a:schemeClr val="tx1">
                    <a:lumMod val="65000"/>
                    <a:lumOff val="35000"/>
                  </a:schemeClr>
                </a:solidFill>
                <a:cs typeface="Arial" pitchFamily="34" charset="0"/>
              </a:rPr>
              <a:t>Your text would go here.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0623535" y="27375397"/>
            <a:ext cx="9313334" cy="500471"/>
          </a:xfrm>
          <a:prstGeom prst="rect">
            <a:avLst/>
          </a:prstGeom>
          <a:noFill/>
        </p:spPr>
        <p:txBody>
          <a:bodyPr wrap="square" lIns="87462" tIns="43731" rIns="87462" bIns="43731" rtlCol="0">
            <a:spAutoFit/>
          </a:bodyPr>
          <a:lstStyle/>
          <a:p>
            <a:r>
              <a:rPr lang="en-US" sz="2700" dirty="0">
                <a:solidFill>
                  <a:schemeClr val="tx1">
                    <a:lumMod val="65000"/>
                    <a:lumOff val="35000"/>
                  </a:schemeClr>
                </a:solidFill>
                <a:cs typeface="Arial" pitchFamily="34" charset="0"/>
              </a:rPr>
              <a:t>Your text would go here. 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0248634" y="9460783"/>
            <a:ext cx="7270082" cy="565370"/>
          </a:xfrm>
          <a:prstGeom prst="rect">
            <a:avLst/>
          </a:prstGeom>
          <a:noFill/>
        </p:spPr>
        <p:txBody>
          <a:bodyPr wrap="square" lIns="87462" tIns="43731" rIns="87462" bIns="43731" rtlCol="0">
            <a:spAutoFit/>
          </a:bodyPr>
          <a:lstStyle/>
          <a:p>
            <a:r>
              <a:rPr lang="en-US" sz="3100" b="1" dirty="0">
                <a:solidFill>
                  <a:schemeClr val="accent2">
                    <a:lumMod val="75000"/>
                  </a:schemeClr>
                </a:solidFill>
              </a:rPr>
              <a:t>Methods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248634" y="20365642"/>
            <a:ext cx="7270082" cy="565370"/>
          </a:xfrm>
          <a:prstGeom prst="rect">
            <a:avLst/>
          </a:prstGeom>
          <a:noFill/>
        </p:spPr>
        <p:txBody>
          <a:bodyPr wrap="square" lIns="87462" tIns="43731" rIns="87462" bIns="43731" rtlCol="0">
            <a:spAutoFit/>
          </a:bodyPr>
          <a:lstStyle/>
          <a:p>
            <a:r>
              <a:rPr lang="en-US" sz="3100" b="1" dirty="0">
                <a:solidFill>
                  <a:schemeClr val="accent2">
                    <a:lumMod val="75000"/>
                  </a:schemeClr>
                </a:solidFill>
              </a:rPr>
              <a:t>Participants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30709146" y="19162622"/>
            <a:ext cx="7270082" cy="565370"/>
          </a:xfrm>
          <a:prstGeom prst="rect">
            <a:avLst/>
          </a:prstGeom>
          <a:noFill/>
        </p:spPr>
        <p:txBody>
          <a:bodyPr wrap="square" lIns="87462" tIns="43731" rIns="87462" bIns="43731" rtlCol="0">
            <a:spAutoFit/>
          </a:bodyPr>
          <a:lstStyle/>
          <a:p>
            <a:r>
              <a:rPr lang="en-US" sz="3100" b="1" dirty="0">
                <a:solidFill>
                  <a:schemeClr val="accent2">
                    <a:lumMod val="75000"/>
                  </a:schemeClr>
                </a:solidFill>
              </a:rPr>
              <a:t>Limitations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30709146" y="23855572"/>
            <a:ext cx="7270082" cy="565370"/>
          </a:xfrm>
          <a:prstGeom prst="rect">
            <a:avLst/>
          </a:prstGeom>
          <a:noFill/>
        </p:spPr>
        <p:txBody>
          <a:bodyPr wrap="square" lIns="87462" tIns="43731" rIns="87462" bIns="43731" rtlCol="0">
            <a:spAutoFit/>
          </a:bodyPr>
          <a:lstStyle/>
          <a:p>
            <a:r>
              <a:rPr lang="en-US" sz="3100" b="1" dirty="0">
                <a:solidFill>
                  <a:schemeClr val="accent2">
                    <a:lumMod val="75000"/>
                  </a:schemeClr>
                </a:solidFill>
              </a:rPr>
              <a:t>Acknowledgements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30709146" y="26471918"/>
            <a:ext cx="7270082" cy="565370"/>
          </a:xfrm>
          <a:prstGeom prst="rect">
            <a:avLst/>
          </a:prstGeom>
          <a:noFill/>
        </p:spPr>
        <p:txBody>
          <a:bodyPr wrap="square" lIns="87462" tIns="43731" rIns="87462" bIns="43731" rtlCol="0">
            <a:spAutoFit/>
          </a:bodyPr>
          <a:lstStyle/>
          <a:p>
            <a:r>
              <a:rPr lang="en-US" sz="3100" b="1" dirty="0">
                <a:solidFill>
                  <a:schemeClr val="accent2">
                    <a:lumMod val="75000"/>
                  </a:schemeClr>
                </a:solidFill>
              </a:rPr>
              <a:t>Contact Information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0220426" y="21322278"/>
            <a:ext cx="9313334" cy="500471"/>
          </a:xfrm>
          <a:prstGeom prst="rect">
            <a:avLst/>
          </a:prstGeom>
          <a:noFill/>
        </p:spPr>
        <p:txBody>
          <a:bodyPr wrap="square" lIns="87462" tIns="43731" rIns="87462" bIns="43731" rtlCol="0">
            <a:spAutoFit/>
          </a:bodyPr>
          <a:lstStyle/>
          <a:p>
            <a:r>
              <a:rPr lang="en-US" sz="2700" dirty="0">
                <a:solidFill>
                  <a:schemeClr val="tx1">
                    <a:lumMod val="65000"/>
                    <a:lumOff val="35000"/>
                  </a:schemeClr>
                </a:solidFill>
                <a:cs typeface="Arial" pitchFamily="34" charset="0"/>
              </a:rPr>
              <a:t>Your text would go here. </a:t>
            </a:r>
          </a:p>
        </p:txBody>
      </p:sp>
      <p:pic>
        <p:nvPicPr>
          <p:cNvPr id="2" name="Picture 4">
            <a:extLst>
              <a:ext uri="{FF2B5EF4-FFF2-40B4-BE49-F238E27FC236}">
                <a16:creationId xmlns:a16="http://schemas.microsoft.com/office/drawing/2014/main" id="{2C7679AE-01CB-6DD9-31FE-8D139F5240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708496" y="403582"/>
            <a:ext cx="13811250" cy="3305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509164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4032</TotalTime>
  <Words>114</Words>
  <Application>Microsoft Office PowerPoint</Application>
  <PresentationFormat>Custom</PresentationFormat>
  <Paragraphs>31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Arial Black</vt:lpstr>
      <vt:lpstr>Arial Rounded MT Bold</vt:lpstr>
      <vt:lpstr>Calibri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Example of a scientific poster</dc:title>
  <dc:subject>Free Research Poster</dc:subject>
  <dc:creator>Graphicsland/MakeSigns.com</dc:creator>
  <cp:keywords>scientific, research, template, custom, poster, presentation, symposium, printing, powerpoint, create, design, example, sample, download</cp:keywords>
  <dc:description>These templates are offered for free to help your create a poster ranging from nursing research posters to psychology research posters.</dc:description>
  <cp:lastModifiedBy>Hahsler, Michael</cp:lastModifiedBy>
  <cp:revision>18</cp:revision>
  <dcterms:created xsi:type="dcterms:W3CDTF">2013-02-18T18:40:33Z</dcterms:created>
  <dcterms:modified xsi:type="dcterms:W3CDTF">2026-03-09T15:51:12Z</dcterms:modified>
  <cp:category>research posters template</cp:category>
</cp:coreProperties>
</file>