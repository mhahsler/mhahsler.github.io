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40233600" cy="40233600"/>
  <p:notesSz cx="6858000" cy="9144000"/>
  <p:defaultTextStyle>
    <a:defPPr>
      <a:defRPr lang="en-US"/>
    </a:defPPr>
    <a:lvl1pPr marL="0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1pPr>
    <a:lvl2pPr marL="2099053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2pPr>
    <a:lvl3pPr marL="4198105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3pPr>
    <a:lvl4pPr marL="6297159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4pPr>
    <a:lvl5pPr marL="8396212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5pPr>
    <a:lvl6pPr marL="10495264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6pPr>
    <a:lvl7pPr marL="12594317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7pPr>
    <a:lvl8pPr marL="14693369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8pPr>
    <a:lvl9pPr marL="16792424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672">
          <p15:clr>
            <a:srgbClr val="A4A3A4"/>
          </p15:clr>
        </p15:guide>
        <p15:guide id="2" pos="126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19" autoAdjust="0"/>
  </p:normalViewPr>
  <p:slideViewPr>
    <p:cSldViewPr snapToGrid="0">
      <p:cViewPr>
        <p:scale>
          <a:sx n="36" d="100"/>
          <a:sy n="36" d="100"/>
        </p:scale>
        <p:origin x="1932" y="0"/>
      </p:cViewPr>
      <p:guideLst>
        <p:guide orient="horz" pos="12672"/>
        <p:guide pos="126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E8FA9-8B5F-4493-A208-FBBD06A1EB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5AFD9-35F1-4A8D-8AD3-EDB94817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99053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98105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97159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96212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95264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94317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93369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92424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346011" y="289038"/>
            <a:ext cx="33541583" cy="3064670"/>
          </a:xfrm>
        </p:spPr>
        <p:txBody>
          <a:bodyPr/>
          <a:lstStyle>
            <a:lvl1pPr marL="0" indent="0">
              <a:buNone/>
              <a:defRPr sz="12800" baseline="0"/>
            </a:lvl1pPr>
          </a:lstStyle>
          <a:p>
            <a:pPr algn="ctr"/>
            <a:r>
              <a:rPr lang="en-US" sz="5900" dirty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This is a Scientific Poster Template created by </a:t>
            </a:r>
            <a:r>
              <a:rPr lang="en-US" sz="5900" dirty="0" err="1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Graphicsland</a:t>
            </a:r>
            <a:r>
              <a:rPr lang="en-US" sz="5900" dirty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 &amp; MakeSigns.com</a:t>
            </a:r>
            <a:br>
              <a:rPr lang="en-US" sz="5900" dirty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</a:br>
            <a:r>
              <a:rPr lang="en-US" sz="5900" dirty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Your poster title would go on these lines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346011" y="3121073"/>
            <a:ext cx="33541583" cy="2718330"/>
          </a:xfrm>
        </p:spPr>
        <p:txBody>
          <a:bodyPr/>
          <a:lstStyle>
            <a:lvl1pPr marL="0" indent="0">
              <a:buNone/>
              <a:defRPr sz="12800"/>
            </a:lvl1pPr>
          </a:lstStyle>
          <a:p>
            <a:pPr algn="ctr"/>
            <a:r>
              <a:rPr lang="en-US" sz="4800" dirty="0"/>
              <a:t>Author names go here. You can add subscript numbers to assign a university. </a:t>
            </a:r>
            <a:br>
              <a:rPr lang="en-US" sz="4800" dirty="0"/>
            </a:br>
            <a:r>
              <a:rPr lang="en-US" sz="4800" dirty="0"/>
              <a:t>University names or departments go here. </a:t>
            </a:r>
          </a:p>
        </p:txBody>
      </p:sp>
    </p:spTree>
    <p:extLst>
      <p:ext uri="{BB962C8B-B14F-4D97-AF65-F5344CB8AC3E}">
        <p14:creationId xmlns:p14="http://schemas.microsoft.com/office/powerpoint/2010/main" val="43325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8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177" y="25853817"/>
            <a:ext cx="34198560" cy="7990840"/>
          </a:xfrm>
        </p:spPr>
        <p:txBody>
          <a:bodyPr anchor="t"/>
          <a:lstStyle>
            <a:lvl1pPr algn="l">
              <a:defRPr sz="18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8177" y="17052721"/>
            <a:ext cx="34198560" cy="8801096"/>
          </a:xfrm>
        </p:spPr>
        <p:txBody>
          <a:bodyPr anchor="b"/>
          <a:lstStyle>
            <a:lvl1pPr marL="0" indent="0">
              <a:buNone/>
              <a:defRPr sz="9300">
                <a:solidFill>
                  <a:schemeClr val="tx1">
                    <a:tint val="75000"/>
                  </a:schemeClr>
                </a:solidFill>
              </a:defRPr>
            </a:lvl1pPr>
            <a:lvl2pPr marL="2099053" indent="0">
              <a:buNone/>
              <a:defRPr sz="8300">
                <a:solidFill>
                  <a:schemeClr val="tx1">
                    <a:tint val="75000"/>
                  </a:schemeClr>
                </a:solidFill>
              </a:defRPr>
            </a:lvl2pPr>
            <a:lvl3pPr marL="4198105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629715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96212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9526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9431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9336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9242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4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43450" y="30044817"/>
            <a:ext cx="64841753" cy="84965544"/>
          </a:xfr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300"/>
            </a:lvl3pPr>
            <a:lvl4pPr>
              <a:defRPr sz="8300"/>
            </a:lvl4pPr>
            <a:lvl5pPr>
              <a:defRPr sz="8300"/>
            </a:lvl5pPr>
            <a:lvl6pPr>
              <a:defRPr sz="8300"/>
            </a:lvl6pPr>
            <a:lvl7pPr>
              <a:defRPr sz="8300"/>
            </a:lvl7pPr>
            <a:lvl8pPr>
              <a:defRPr sz="8300"/>
            </a:lvl8pPr>
            <a:lvl9pPr>
              <a:defRPr sz="8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755764" y="30044817"/>
            <a:ext cx="64841757" cy="84965544"/>
          </a:xfr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300"/>
            </a:lvl3pPr>
            <a:lvl4pPr>
              <a:defRPr sz="8300"/>
            </a:lvl4pPr>
            <a:lvl5pPr>
              <a:defRPr sz="8300"/>
            </a:lvl5pPr>
            <a:lvl6pPr>
              <a:defRPr sz="8300"/>
            </a:lvl6pPr>
            <a:lvl7pPr>
              <a:defRPr sz="8300"/>
            </a:lvl7pPr>
            <a:lvl8pPr>
              <a:defRPr sz="8300"/>
            </a:lvl8pPr>
            <a:lvl9pPr>
              <a:defRPr sz="8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6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1611210"/>
            <a:ext cx="36210240" cy="670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4" y="9006001"/>
            <a:ext cx="17776827" cy="3753270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99053" indent="0">
              <a:buNone/>
              <a:defRPr sz="9300" b="1"/>
            </a:lvl2pPr>
            <a:lvl3pPr marL="4198105" indent="0">
              <a:buNone/>
              <a:defRPr sz="8300" b="1"/>
            </a:lvl3pPr>
            <a:lvl4pPr marL="6297159" indent="0">
              <a:buNone/>
              <a:defRPr sz="7400" b="1"/>
            </a:lvl4pPr>
            <a:lvl5pPr marL="8396212" indent="0">
              <a:buNone/>
              <a:defRPr sz="7400" b="1"/>
            </a:lvl5pPr>
            <a:lvl6pPr marL="10495264" indent="0">
              <a:buNone/>
              <a:defRPr sz="7400" b="1"/>
            </a:lvl6pPr>
            <a:lvl7pPr marL="12594317" indent="0">
              <a:buNone/>
              <a:defRPr sz="7400" b="1"/>
            </a:lvl7pPr>
            <a:lvl8pPr marL="14693369" indent="0">
              <a:buNone/>
              <a:defRPr sz="7400" b="1"/>
            </a:lvl8pPr>
            <a:lvl9pPr marL="16792424" indent="0">
              <a:buNone/>
              <a:defRPr sz="7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1684" y="12759271"/>
            <a:ext cx="17776827" cy="23180890"/>
          </a:xfrm>
        </p:spPr>
        <p:txBody>
          <a:bodyPr/>
          <a:lstStyle>
            <a:lvl1pPr>
              <a:defRPr sz="11000"/>
            </a:lvl1pPr>
            <a:lvl2pPr>
              <a:defRPr sz="93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438114" y="9006001"/>
            <a:ext cx="17783810" cy="3753270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99053" indent="0">
              <a:buNone/>
              <a:defRPr sz="9300" b="1"/>
            </a:lvl2pPr>
            <a:lvl3pPr marL="4198105" indent="0">
              <a:buNone/>
              <a:defRPr sz="8300" b="1"/>
            </a:lvl3pPr>
            <a:lvl4pPr marL="6297159" indent="0">
              <a:buNone/>
              <a:defRPr sz="7400" b="1"/>
            </a:lvl4pPr>
            <a:lvl5pPr marL="8396212" indent="0">
              <a:buNone/>
              <a:defRPr sz="7400" b="1"/>
            </a:lvl5pPr>
            <a:lvl6pPr marL="10495264" indent="0">
              <a:buNone/>
              <a:defRPr sz="7400" b="1"/>
            </a:lvl6pPr>
            <a:lvl7pPr marL="12594317" indent="0">
              <a:buNone/>
              <a:defRPr sz="7400" b="1"/>
            </a:lvl7pPr>
            <a:lvl8pPr marL="14693369" indent="0">
              <a:buNone/>
              <a:defRPr sz="7400" b="1"/>
            </a:lvl8pPr>
            <a:lvl9pPr marL="16792424" indent="0">
              <a:buNone/>
              <a:defRPr sz="7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438114" y="12759271"/>
            <a:ext cx="17783810" cy="23180890"/>
          </a:xfrm>
        </p:spPr>
        <p:txBody>
          <a:bodyPr/>
          <a:lstStyle>
            <a:lvl1pPr>
              <a:defRPr sz="11000"/>
            </a:lvl1pPr>
            <a:lvl2pPr>
              <a:defRPr sz="93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4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2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8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4" y="1601894"/>
            <a:ext cx="13236577" cy="6817360"/>
          </a:xfrm>
        </p:spPr>
        <p:txBody>
          <a:bodyPr anchor="b"/>
          <a:lstStyle>
            <a:lvl1pPr algn="l">
              <a:defRPr sz="9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0220" y="1601897"/>
            <a:ext cx="22491700" cy="34338264"/>
          </a:xfrm>
        </p:spPr>
        <p:txBody>
          <a:bodyPr/>
          <a:lstStyle>
            <a:lvl1pPr>
              <a:defRPr sz="14700"/>
            </a:lvl1pPr>
            <a:lvl2pPr>
              <a:defRPr sz="12800"/>
            </a:lvl2pPr>
            <a:lvl3pPr>
              <a:defRPr sz="11000"/>
            </a:lvl3pPr>
            <a:lvl4pPr>
              <a:defRPr sz="9300"/>
            </a:lvl4pPr>
            <a:lvl5pPr>
              <a:defRPr sz="9300"/>
            </a:lvl5pPr>
            <a:lvl6pPr>
              <a:defRPr sz="9300"/>
            </a:lvl6pPr>
            <a:lvl7pPr>
              <a:defRPr sz="9300"/>
            </a:lvl7pPr>
            <a:lvl8pPr>
              <a:defRPr sz="9300"/>
            </a:lvl8pPr>
            <a:lvl9pPr>
              <a:defRPr sz="9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1684" y="8419257"/>
            <a:ext cx="13236577" cy="27520904"/>
          </a:xfrm>
        </p:spPr>
        <p:txBody>
          <a:bodyPr/>
          <a:lstStyle>
            <a:lvl1pPr marL="0" indent="0">
              <a:buNone/>
              <a:defRPr sz="6400"/>
            </a:lvl1pPr>
            <a:lvl2pPr marL="2099053" indent="0">
              <a:buNone/>
              <a:defRPr sz="5500"/>
            </a:lvl2pPr>
            <a:lvl3pPr marL="4198105" indent="0">
              <a:buNone/>
              <a:defRPr sz="4600"/>
            </a:lvl3pPr>
            <a:lvl4pPr marL="6297159" indent="0">
              <a:buNone/>
              <a:defRPr sz="4100"/>
            </a:lvl4pPr>
            <a:lvl5pPr marL="8396212" indent="0">
              <a:buNone/>
              <a:defRPr sz="4100"/>
            </a:lvl5pPr>
            <a:lvl6pPr marL="10495264" indent="0">
              <a:buNone/>
              <a:defRPr sz="4100"/>
            </a:lvl6pPr>
            <a:lvl7pPr marL="12594317" indent="0">
              <a:buNone/>
              <a:defRPr sz="4100"/>
            </a:lvl7pPr>
            <a:lvl8pPr marL="14693369" indent="0">
              <a:buNone/>
              <a:defRPr sz="4100"/>
            </a:lvl8pPr>
            <a:lvl9pPr marL="16792424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6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067" y="28163523"/>
            <a:ext cx="24140160" cy="3324864"/>
          </a:xfrm>
        </p:spPr>
        <p:txBody>
          <a:bodyPr anchor="b"/>
          <a:lstStyle>
            <a:lvl1pPr algn="l">
              <a:defRPr sz="9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86067" y="3594946"/>
            <a:ext cx="24140160" cy="24140160"/>
          </a:xfrm>
        </p:spPr>
        <p:txBody>
          <a:bodyPr/>
          <a:lstStyle>
            <a:lvl1pPr marL="0" indent="0">
              <a:buNone/>
              <a:defRPr sz="14700"/>
            </a:lvl1pPr>
            <a:lvl2pPr marL="2099053" indent="0">
              <a:buNone/>
              <a:defRPr sz="12800"/>
            </a:lvl2pPr>
            <a:lvl3pPr marL="4198105" indent="0">
              <a:buNone/>
              <a:defRPr sz="11000"/>
            </a:lvl3pPr>
            <a:lvl4pPr marL="6297159" indent="0">
              <a:buNone/>
              <a:defRPr sz="9300"/>
            </a:lvl4pPr>
            <a:lvl5pPr marL="8396212" indent="0">
              <a:buNone/>
              <a:defRPr sz="9300"/>
            </a:lvl5pPr>
            <a:lvl6pPr marL="10495264" indent="0">
              <a:buNone/>
              <a:defRPr sz="9300"/>
            </a:lvl6pPr>
            <a:lvl7pPr marL="12594317" indent="0">
              <a:buNone/>
              <a:defRPr sz="9300"/>
            </a:lvl7pPr>
            <a:lvl8pPr marL="14693369" indent="0">
              <a:buNone/>
              <a:defRPr sz="9300"/>
            </a:lvl8pPr>
            <a:lvl9pPr marL="16792424" indent="0">
              <a:buNone/>
              <a:defRPr sz="9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86067" y="31488387"/>
            <a:ext cx="24140160" cy="4721856"/>
          </a:xfrm>
        </p:spPr>
        <p:txBody>
          <a:bodyPr/>
          <a:lstStyle>
            <a:lvl1pPr marL="0" indent="0">
              <a:buNone/>
              <a:defRPr sz="6400"/>
            </a:lvl1pPr>
            <a:lvl2pPr marL="2099053" indent="0">
              <a:buNone/>
              <a:defRPr sz="5500"/>
            </a:lvl2pPr>
            <a:lvl3pPr marL="4198105" indent="0">
              <a:buNone/>
              <a:defRPr sz="4600"/>
            </a:lvl3pPr>
            <a:lvl4pPr marL="6297159" indent="0">
              <a:buNone/>
              <a:defRPr sz="4100"/>
            </a:lvl4pPr>
            <a:lvl5pPr marL="8396212" indent="0">
              <a:buNone/>
              <a:defRPr sz="4100"/>
            </a:lvl5pPr>
            <a:lvl6pPr marL="10495264" indent="0">
              <a:buNone/>
              <a:defRPr sz="4100"/>
            </a:lvl6pPr>
            <a:lvl7pPr marL="12594317" indent="0">
              <a:buNone/>
              <a:defRPr sz="4100"/>
            </a:lvl7pPr>
            <a:lvl8pPr marL="14693369" indent="0">
              <a:buNone/>
              <a:defRPr sz="4100"/>
            </a:lvl8pPr>
            <a:lvl9pPr marL="16792424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1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7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012494" y="5159593"/>
            <a:ext cx="32585027" cy="1098507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43451" y="5159593"/>
            <a:ext cx="97098483" cy="1098507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8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1680" y="1611210"/>
            <a:ext cx="36210240" cy="6705600"/>
          </a:xfrm>
          <a:prstGeom prst="rect">
            <a:avLst/>
          </a:prstGeom>
        </p:spPr>
        <p:txBody>
          <a:bodyPr vert="horz" lIns="419811" tIns="209905" rIns="419811" bIns="20990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0" y="9387846"/>
            <a:ext cx="36210240" cy="26552317"/>
          </a:xfrm>
          <a:prstGeom prst="rect">
            <a:avLst/>
          </a:prstGeom>
        </p:spPr>
        <p:txBody>
          <a:bodyPr vert="horz" lIns="419811" tIns="209905" rIns="419811" bIns="20990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1680" y="37290591"/>
            <a:ext cx="9387840" cy="2142066"/>
          </a:xfrm>
          <a:prstGeom prst="rect">
            <a:avLst/>
          </a:prstGeom>
        </p:spPr>
        <p:txBody>
          <a:bodyPr vert="horz" lIns="419811" tIns="209905" rIns="419811" bIns="209905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46480" y="37290591"/>
            <a:ext cx="12740640" cy="2142066"/>
          </a:xfrm>
          <a:prstGeom prst="rect">
            <a:avLst/>
          </a:prstGeom>
        </p:spPr>
        <p:txBody>
          <a:bodyPr vert="horz" lIns="419811" tIns="209905" rIns="419811" bIns="209905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834080" y="37290591"/>
            <a:ext cx="9387840" cy="2142066"/>
          </a:xfrm>
          <a:prstGeom prst="rect">
            <a:avLst/>
          </a:prstGeom>
        </p:spPr>
        <p:txBody>
          <a:bodyPr vert="horz" lIns="419811" tIns="209905" rIns="419811" bIns="209905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2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98105" rtl="0" eaLnBrk="1" latinLnBrk="0" hangingPunct="1">
        <a:spcBef>
          <a:spcPct val="0"/>
        </a:spcBef>
        <a:buNone/>
        <a:defRPr sz="20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74290" indent="-1574290" algn="l" defTabSz="4198105" rtl="0" eaLnBrk="1" latinLnBrk="0" hangingPunct="1">
        <a:spcBef>
          <a:spcPct val="20000"/>
        </a:spcBef>
        <a:buFont typeface="Arial" pitchFamily="34" charset="0"/>
        <a:buChar char="•"/>
        <a:defRPr sz="14700" kern="1200">
          <a:solidFill>
            <a:schemeClr val="tx1"/>
          </a:solidFill>
          <a:latin typeface="+mn-lt"/>
          <a:ea typeface="+mn-ea"/>
          <a:cs typeface="+mn-cs"/>
        </a:defRPr>
      </a:lvl1pPr>
      <a:lvl2pPr marL="3410961" indent="-1311909" algn="l" defTabSz="4198105" rtl="0" eaLnBrk="1" latinLnBrk="0" hangingPunct="1">
        <a:spcBef>
          <a:spcPct val="20000"/>
        </a:spcBef>
        <a:buFont typeface="Arial" pitchFamily="34" charset="0"/>
        <a:buChar char="–"/>
        <a:defRPr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47633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46685" indent="-1049526" algn="l" defTabSz="4198105" rtl="0" eaLnBrk="1" latinLnBrk="0" hangingPunct="1">
        <a:spcBef>
          <a:spcPct val="20000"/>
        </a:spcBef>
        <a:buFont typeface="Arial" pitchFamily="34" charset="0"/>
        <a:buChar char="–"/>
        <a:defRPr sz="9300" kern="1200">
          <a:solidFill>
            <a:schemeClr val="tx1"/>
          </a:solidFill>
          <a:latin typeface="+mn-lt"/>
          <a:ea typeface="+mn-ea"/>
          <a:cs typeface="+mn-cs"/>
        </a:defRPr>
      </a:lvl4pPr>
      <a:lvl5pPr marL="9445738" indent="-1049526" algn="l" defTabSz="4198105" rtl="0" eaLnBrk="1" latinLnBrk="0" hangingPunct="1">
        <a:spcBef>
          <a:spcPct val="20000"/>
        </a:spcBef>
        <a:buFont typeface="Arial" pitchFamily="34" charset="0"/>
        <a:buChar char="»"/>
        <a:defRPr sz="9300" kern="1200">
          <a:solidFill>
            <a:schemeClr val="tx1"/>
          </a:solidFill>
          <a:latin typeface="+mn-lt"/>
          <a:ea typeface="+mn-ea"/>
          <a:cs typeface="+mn-cs"/>
        </a:defRPr>
      </a:lvl5pPr>
      <a:lvl6pPr marL="11544790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9300" kern="1200">
          <a:solidFill>
            <a:schemeClr val="tx1"/>
          </a:solidFill>
          <a:latin typeface="+mn-lt"/>
          <a:ea typeface="+mn-ea"/>
          <a:cs typeface="+mn-cs"/>
        </a:defRPr>
      </a:lvl6pPr>
      <a:lvl7pPr marL="13643843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9300" kern="1200">
          <a:solidFill>
            <a:schemeClr val="tx1"/>
          </a:solidFill>
          <a:latin typeface="+mn-lt"/>
          <a:ea typeface="+mn-ea"/>
          <a:cs typeface="+mn-cs"/>
        </a:defRPr>
      </a:lvl7pPr>
      <a:lvl8pPr marL="15742898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9300" kern="1200">
          <a:solidFill>
            <a:schemeClr val="tx1"/>
          </a:solidFill>
          <a:latin typeface="+mn-lt"/>
          <a:ea typeface="+mn-ea"/>
          <a:cs typeface="+mn-cs"/>
        </a:defRPr>
      </a:lvl8pPr>
      <a:lvl9pPr marL="17841950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9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1pPr>
      <a:lvl2pPr marL="2099053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2pPr>
      <a:lvl3pPr marL="4198105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3pPr>
      <a:lvl4pPr marL="6297159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4pPr>
      <a:lvl5pPr marL="8396212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5pPr>
      <a:lvl6pPr marL="10495264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6pPr>
      <a:lvl7pPr marL="12594317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7pPr>
      <a:lvl8pPr marL="14693369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8pPr>
      <a:lvl9pPr marL="16792424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-1" y="7335739"/>
            <a:ext cx="40233601" cy="857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38" name="Rectangle 37"/>
          <p:cNvSpPr/>
          <p:nvPr/>
        </p:nvSpPr>
        <p:spPr>
          <a:xfrm>
            <a:off x="-1" y="39855916"/>
            <a:ext cx="40233601" cy="3776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8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11541" y="431370"/>
            <a:ext cx="32194723" cy="2248465"/>
          </a:xfrm>
        </p:spPr>
        <p:txBody>
          <a:bodyPr>
            <a:normAutofit/>
          </a:bodyPr>
          <a:lstStyle/>
          <a:p>
            <a:r>
              <a:rPr lang="en-US" sz="6900" b="1" dirty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  <a:cs typeface="Arial" pitchFamily="34" charset="0"/>
              </a:rPr>
              <a:t>Poster Title: The Poster Title goes here…..</a:t>
            </a:r>
          </a:p>
        </p:txBody>
      </p:sp>
      <p:sp>
        <p:nvSpPr>
          <p:cNvPr id="82" name="Text Placeholder 41"/>
          <p:cNvSpPr>
            <a:spLocks noGrp="1"/>
          </p:cNvSpPr>
          <p:nvPr>
            <p:ph type="body" sz="quarter" idx="11"/>
          </p:nvPr>
        </p:nvSpPr>
        <p:spPr>
          <a:xfrm>
            <a:off x="1270396" y="2845972"/>
            <a:ext cx="20022539" cy="4266818"/>
          </a:xfrm>
        </p:spPr>
        <p:txBody>
          <a:bodyPr>
            <a:normAutofit/>
          </a:bodyPr>
          <a:lstStyle/>
          <a:p>
            <a:r>
              <a:rPr lang="en-US" sz="5200" b="1" dirty="0"/>
              <a:t>Your Name</a:t>
            </a:r>
          </a:p>
          <a:p>
            <a:r>
              <a:rPr lang="en-US" sz="5200" dirty="0"/>
              <a:t>Adviser: xxx</a:t>
            </a:r>
          </a:p>
          <a:p>
            <a:r>
              <a:rPr lang="en-US" sz="5200" dirty="0"/>
              <a:t>Department of Computer Science</a:t>
            </a:r>
          </a:p>
          <a:p>
            <a:r>
              <a:rPr lang="en-US" sz="5200" dirty="0"/>
              <a:t>Southern Methodist University, Dallas, Texas, USA.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58939" y="8448667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Results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291084" y="9109633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45" name="TextBox 44"/>
          <p:cNvSpPr txBox="1"/>
          <p:nvPr/>
        </p:nvSpPr>
        <p:spPr>
          <a:xfrm>
            <a:off x="30466270" y="8448667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Conclusion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98415" y="9109633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48" name="TextBox 47"/>
          <p:cNvSpPr txBox="1"/>
          <p:nvPr/>
        </p:nvSpPr>
        <p:spPr>
          <a:xfrm>
            <a:off x="120295" y="8448667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Abstract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2439" y="9109633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51" name="TextBox 50"/>
          <p:cNvSpPr txBox="1"/>
          <p:nvPr/>
        </p:nvSpPr>
        <p:spPr>
          <a:xfrm>
            <a:off x="10213555" y="8448667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Materials &amp; Methods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45701" y="9109633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59" name="TextBox 58"/>
          <p:cNvSpPr txBox="1"/>
          <p:nvPr/>
        </p:nvSpPr>
        <p:spPr>
          <a:xfrm>
            <a:off x="179396" y="19011562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Introduction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1541" y="19672528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62" name="TextBox 61"/>
          <p:cNvSpPr txBox="1"/>
          <p:nvPr/>
        </p:nvSpPr>
        <p:spPr>
          <a:xfrm>
            <a:off x="10242779" y="29330840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Discussion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74924" y="29991805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39" name="TextBox 38"/>
          <p:cNvSpPr txBox="1"/>
          <p:nvPr/>
        </p:nvSpPr>
        <p:spPr>
          <a:xfrm>
            <a:off x="186267" y="9326488"/>
            <a:ext cx="9313334" cy="4445364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</a:t>
            </a:r>
          </a:p>
          <a:p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endParaRPr lang="en-US" sz="57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endParaRPr lang="en-US" sz="57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r>
              <a:rPr lang="en-US" sz="57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Print this poster in sizes</a:t>
            </a:r>
          </a:p>
          <a:p>
            <a:pPr algn="ctr"/>
            <a:r>
              <a:rPr lang="en-US" sz="57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36x36 to 48x48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6267" y="19801519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0427" y="10420016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8635" y="30177224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78645" y="9326488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473142" y="9326488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623538" y="20142737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23535" y="24814807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623535" y="27375397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8634" y="9460783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Methods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8634" y="20365642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Participants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709146" y="19162622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Limitations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709146" y="23855572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Acknowledgements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709146" y="26471918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Contact Information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20426" y="21322278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C7679AE-01CB-6DD9-31FE-8D139F524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8496" y="403582"/>
            <a:ext cx="1381125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916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4035</TotalTime>
  <Words>109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Arial Rounded MT Bold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of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Hahsler, Michael</cp:lastModifiedBy>
  <cp:revision>19</cp:revision>
  <dcterms:created xsi:type="dcterms:W3CDTF">2013-02-18T18:40:33Z</dcterms:created>
  <dcterms:modified xsi:type="dcterms:W3CDTF">2026-03-09T15:53:39Z</dcterms:modified>
  <cp:category>research posters template</cp:category>
</cp:coreProperties>
</file>